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" r:id="rId6"/>
    <p:sldId id="261" r:id="rId7"/>
    <p:sldId id="270" r:id="rId8"/>
    <p:sldId id="271" r:id="rId9"/>
    <p:sldId id="272" r:id="rId10"/>
    <p:sldId id="273" r:id="rId11"/>
    <p:sldId id="27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24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192" userDrawn="1">
          <p15:clr>
            <a:srgbClr val="A4A3A4"/>
          </p15:clr>
        </p15:guide>
        <p15:guide id="4" pos="7512" userDrawn="1">
          <p15:clr>
            <a:srgbClr val="A4A3A4"/>
          </p15:clr>
        </p15:guide>
        <p15:guide id="5" orient="horz" pos="216" userDrawn="1">
          <p15:clr>
            <a:srgbClr val="A4A3A4"/>
          </p15:clr>
        </p15:guide>
        <p15:guide id="6" orient="horz" pos="4032" userDrawn="1">
          <p15:clr>
            <a:srgbClr val="A4A3A4"/>
          </p15:clr>
        </p15:guide>
        <p15:guide id="7" orient="horz" pos="69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00"/>
    <a:srgbClr val="404040"/>
    <a:srgbClr val="006600"/>
    <a:srgbClr val="CE295E"/>
    <a:srgbClr val="7F7F7F"/>
    <a:srgbClr val="F2F2F2"/>
    <a:srgbClr val="A6A6A6"/>
    <a:srgbClr val="BFBFBF"/>
    <a:srgbClr val="E37777"/>
    <a:srgbClr val="64A4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1AA419-8BE7-4963-A301-F758CEE27C58}" v="171" dt="2026-02-25T17:00:38.2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 showGuides="1">
      <p:cViewPr>
        <p:scale>
          <a:sx n="97" d="100"/>
          <a:sy n="97" d="100"/>
        </p:scale>
        <p:origin x="288" y="306"/>
      </p:cViewPr>
      <p:guideLst>
        <p:guide orient="horz" pos="2424"/>
        <p:guide pos="3840"/>
        <p:guide pos="192"/>
        <p:guide pos="7512"/>
        <p:guide orient="horz" pos="216"/>
        <p:guide orient="horz" pos="4032"/>
        <p:guide orient="horz" pos="696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ethiwe Dlamini" userId="2bf6d97d3a4d60df" providerId="LiveId" clId="{9FC59950-DFEB-445E-8864-062B647CD92D}"/>
    <pc:docChg chg="undo custSel addSld delSld modSld">
      <pc:chgData name="Khethiwe Dlamini" userId="2bf6d97d3a4d60df" providerId="LiveId" clId="{9FC59950-DFEB-445E-8864-062B647CD92D}" dt="2026-02-25T17:07:17.434" v="4557" actId="20577"/>
      <pc:docMkLst>
        <pc:docMk/>
      </pc:docMkLst>
      <pc:sldChg chg="delSp modSp mod">
        <pc:chgData name="Khethiwe Dlamini" userId="2bf6d97d3a4d60df" providerId="LiveId" clId="{9FC59950-DFEB-445E-8864-062B647CD92D}" dt="2026-02-25T14:51:12.462" v="1224" actId="1038"/>
        <pc:sldMkLst>
          <pc:docMk/>
          <pc:sldMk cId="3105940131" sldId="256"/>
        </pc:sldMkLst>
        <pc:spChg chg="del">
          <ac:chgData name="Khethiwe Dlamini" userId="2bf6d97d3a4d60df" providerId="LiveId" clId="{9FC59950-DFEB-445E-8864-062B647CD92D}" dt="2026-02-25T12:23:39.868" v="248" actId="478"/>
          <ac:spMkLst>
            <pc:docMk/>
            <pc:sldMk cId="3105940131" sldId="256"/>
            <ac:spMk id="4" creationId="{CFA111C5-A78D-479B-8C31-7C75D54750E4}"/>
          </ac:spMkLst>
        </pc:spChg>
        <pc:spChg chg="mod">
          <ac:chgData name="Khethiwe Dlamini" userId="2bf6d97d3a4d60df" providerId="LiveId" clId="{9FC59950-DFEB-445E-8864-062B647CD92D}" dt="2026-02-25T14:51:12.462" v="1224" actId="1038"/>
          <ac:spMkLst>
            <pc:docMk/>
            <pc:sldMk cId="3105940131" sldId="256"/>
            <ac:spMk id="12" creationId="{485D1319-7BD4-47DE-B3DF-55B655BB34C4}"/>
          </ac:spMkLst>
        </pc:spChg>
        <pc:spChg chg="mod">
          <ac:chgData name="Khethiwe Dlamini" userId="2bf6d97d3a4d60df" providerId="LiveId" clId="{9FC59950-DFEB-445E-8864-062B647CD92D}" dt="2026-02-25T14:49:16.691" v="1195" actId="207"/>
          <ac:spMkLst>
            <pc:docMk/>
            <pc:sldMk cId="3105940131" sldId="256"/>
            <ac:spMk id="20" creationId="{3A6B26EE-CB0C-4C1C-981C-B7972827533E}"/>
          </ac:spMkLst>
        </pc:spChg>
        <pc:grpChg chg="mod">
          <ac:chgData name="Khethiwe Dlamini" userId="2bf6d97d3a4d60df" providerId="LiveId" clId="{9FC59950-DFEB-445E-8864-062B647CD92D}" dt="2026-02-25T14:49:05.681" v="1192" actId="207"/>
          <ac:grpSpMkLst>
            <pc:docMk/>
            <pc:sldMk cId="3105940131" sldId="256"/>
            <ac:grpSpMk id="5" creationId="{2907CD1A-2477-48CA-8693-2133EA1C329A}"/>
          </ac:grpSpMkLst>
        </pc:grpChg>
      </pc:sldChg>
      <pc:sldChg chg="del">
        <pc:chgData name="Khethiwe Dlamini" userId="2bf6d97d3a4d60df" providerId="LiveId" clId="{9FC59950-DFEB-445E-8864-062B647CD92D}" dt="2026-02-25T16:49:58.953" v="3759" actId="47"/>
        <pc:sldMkLst>
          <pc:docMk/>
          <pc:sldMk cId="3427904300" sldId="257"/>
        </pc:sldMkLst>
      </pc:sldChg>
      <pc:sldChg chg="addSp delSp modSp mod">
        <pc:chgData name="Khethiwe Dlamini" userId="2bf6d97d3a4d60df" providerId="LiveId" clId="{9FC59950-DFEB-445E-8864-062B647CD92D}" dt="2026-02-25T15:48:37.198" v="1788"/>
        <pc:sldMkLst>
          <pc:docMk/>
          <pc:sldMk cId="877929975" sldId="258"/>
        </pc:sldMkLst>
        <pc:spChg chg="mod">
          <ac:chgData name="Khethiwe Dlamini" userId="2bf6d97d3a4d60df" providerId="LiveId" clId="{9FC59950-DFEB-445E-8864-062B647CD92D}" dt="2026-02-25T14:53:14.673" v="1238" actId="207"/>
          <ac:spMkLst>
            <pc:docMk/>
            <pc:sldMk cId="877929975" sldId="258"/>
            <ac:spMk id="2" creationId="{A3D0B643-7A91-4DF8-A7B1-B57A95B3E49A}"/>
          </ac:spMkLst>
        </pc:spChg>
        <pc:spChg chg="del">
          <ac:chgData name="Khethiwe Dlamini" userId="2bf6d97d3a4d60df" providerId="LiveId" clId="{9FC59950-DFEB-445E-8864-062B647CD92D}" dt="2026-02-25T14:53:40.610" v="1240" actId="478"/>
          <ac:spMkLst>
            <pc:docMk/>
            <pc:sldMk cId="877929975" sldId="258"/>
            <ac:spMk id="3" creationId="{CF39A793-F356-45AC-A556-47A0CCFA47C5}"/>
          </ac:spMkLst>
        </pc:spChg>
        <pc:spChg chg="add mod">
          <ac:chgData name="Khethiwe Dlamini" userId="2bf6d97d3a4d60df" providerId="LiveId" clId="{9FC59950-DFEB-445E-8864-062B647CD92D}" dt="2026-02-25T15:48:37.198" v="1788"/>
          <ac:spMkLst>
            <pc:docMk/>
            <pc:sldMk cId="877929975" sldId="258"/>
            <ac:spMk id="5" creationId="{0C3E7271-615C-C5AB-5148-534B449B2599}"/>
          </ac:spMkLst>
        </pc:spChg>
        <pc:spChg chg="del">
          <ac:chgData name="Khethiwe Dlamini" userId="2bf6d97d3a4d60df" providerId="LiveId" clId="{9FC59950-DFEB-445E-8864-062B647CD92D}" dt="2026-02-25T12:17:27.951" v="2" actId="478"/>
          <ac:spMkLst>
            <pc:docMk/>
            <pc:sldMk cId="877929975" sldId="258"/>
            <ac:spMk id="25" creationId="{A35CE616-64EE-4786-BC53-A3398F142D45}"/>
          </ac:spMkLst>
        </pc:spChg>
        <pc:spChg chg="del">
          <ac:chgData name="Khethiwe Dlamini" userId="2bf6d97d3a4d60df" providerId="LiveId" clId="{9FC59950-DFEB-445E-8864-062B647CD92D}" dt="2026-02-25T12:17:39.353" v="6" actId="478"/>
          <ac:spMkLst>
            <pc:docMk/>
            <pc:sldMk cId="877929975" sldId="258"/>
            <ac:spMk id="53" creationId="{58D74CDE-9215-466C-A65F-88C6021F08D5}"/>
          </ac:spMkLst>
        </pc:spChg>
        <pc:spChg chg="mod">
          <ac:chgData name="Khethiwe Dlamini" userId="2bf6d97d3a4d60df" providerId="LiveId" clId="{9FC59950-DFEB-445E-8864-062B647CD92D}" dt="2026-02-25T14:50:19.361" v="1201" actId="207"/>
          <ac:spMkLst>
            <pc:docMk/>
            <pc:sldMk cId="877929975" sldId="258"/>
            <ac:spMk id="54" creationId="{18217AA4-5B01-4C74-81C0-F0B9128B6845}"/>
          </ac:spMkLst>
        </pc:spChg>
        <pc:spChg chg="del">
          <ac:chgData name="Khethiwe Dlamini" userId="2bf6d97d3a4d60df" providerId="LiveId" clId="{9FC59950-DFEB-445E-8864-062B647CD92D}" dt="2026-02-25T12:17:34.059" v="4" actId="478"/>
          <ac:spMkLst>
            <pc:docMk/>
            <pc:sldMk cId="877929975" sldId="258"/>
            <ac:spMk id="55" creationId="{7B630BF0-C64E-4E93-A9CA-5E2A05DEE2A2}"/>
          </ac:spMkLst>
        </pc:spChg>
        <pc:spChg chg="mod">
          <ac:chgData name="Khethiwe Dlamini" userId="2bf6d97d3a4d60df" providerId="LiveId" clId="{9FC59950-DFEB-445E-8864-062B647CD92D}" dt="2026-02-25T14:49:31.172" v="1196" actId="207"/>
          <ac:spMkLst>
            <pc:docMk/>
            <pc:sldMk cId="877929975" sldId="258"/>
            <ac:spMk id="56" creationId="{C50DE9D8-FD82-4684-9ED8-826B4EC01B44}"/>
          </ac:spMkLst>
        </pc:spChg>
        <pc:spChg chg="mod">
          <ac:chgData name="Khethiwe Dlamini" userId="2bf6d97d3a4d60df" providerId="LiveId" clId="{9FC59950-DFEB-445E-8864-062B647CD92D}" dt="2026-02-25T14:49:40.785" v="1198" actId="207"/>
          <ac:spMkLst>
            <pc:docMk/>
            <pc:sldMk cId="877929975" sldId="258"/>
            <ac:spMk id="57" creationId="{116FB6B7-1CB4-4813-99A3-137C82BE19D1}"/>
          </ac:spMkLst>
        </pc:spChg>
        <pc:spChg chg="mod">
          <ac:chgData name="Khethiwe Dlamini" userId="2bf6d97d3a4d60df" providerId="LiveId" clId="{9FC59950-DFEB-445E-8864-062B647CD92D}" dt="2026-02-25T14:49:45.369" v="1199" actId="207"/>
          <ac:spMkLst>
            <pc:docMk/>
            <pc:sldMk cId="877929975" sldId="258"/>
            <ac:spMk id="58" creationId="{581D706E-E15A-45F0-9055-C455145F0A7C}"/>
          </ac:spMkLst>
        </pc:spChg>
        <pc:spChg chg="mod">
          <ac:chgData name="Khethiwe Dlamini" userId="2bf6d97d3a4d60df" providerId="LiveId" clId="{9FC59950-DFEB-445E-8864-062B647CD92D}" dt="2026-02-25T14:49:49.427" v="1200" actId="207"/>
          <ac:spMkLst>
            <pc:docMk/>
            <pc:sldMk cId="877929975" sldId="258"/>
            <ac:spMk id="59" creationId="{228B89D6-D457-43D1-99F9-B86C5647AEB2}"/>
          </ac:spMkLst>
        </pc:spChg>
        <pc:spChg chg="mod">
          <ac:chgData name="Khethiwe Dlamini" userId="2bf6d97d3a4d60df" providerId="LiveId" clId="{9FC59950-DFEB-445E-8864-062B647CD92D}" dt="2026-02-25T12:59:29.087" v="251" actId="207"/>
          <ac:spMkLst>
            <pc:docMk/>
            <pc:sldMk cId="877929975" sldId="258"/>
            <ac:spMk id="61" creationId="{0ABCF938-7F69-41DA-A492-F98171623883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2" creationId="{1A4FE373-17BB-493F-A361-B12440813A1F}"/>
          </ac:spMkLst>
        </pc:spChg>
        <pc:spChg chg="mod">
          <ac:chgData name="Khethiwe Dlamini" userId="2bf6d97d3a4d60df" providerId="LiveId" clId="{9FC59950-DFEB-445E-8864-062B647CD92D}" dt="2026-02-25T12:20:39.347" v="123" actId="120"/>
          <ac:spMkLst>
            <pc:docMk/>
            <pc:sldMk cId="877929975" sldId="258"/>
            <ac:spMk id="63" creationId="{939B7CC5-439E-403C-9383-8988F3AAD7AF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4" creationId="{05ECD4C0-D89D-49E9-AC09-4F34CDD54EDB}"/>
          </ac:spMkLst>
        </pc:spChg>
        <pc:spChg chg="mod">
          <ac:chgData name="Khethiwe Dlamini" userId="2bf6d97d3a4d60df" providerId="LiveId" clId="{9FC59950-DFEB-445E-8864-062B647CD92D}" dt="2026-02-25T12:21:48.337" v="193" actId="20577"/>
          <ac:spMkLst>
            <pc:docMk/>
            <pc:sldMk cId="877929975" sldId="258"/>
            <ac:spMk id="65" creationId="{BBF4A77D-999A-446C-A470-A09EABC1CB5F}"/>
          </ac:spMkLst>
        </pc:spChg>
        <pc:spChg chg="mod">
          <ac:chgData name="Khethiwe Dlamini" userId="2bf6d97d3a4d60df" providerId="LiveId" clId="{9FC59950-DFEB-445E-8864-062B647CD92D}" dt="2026-02-25T12:20:28.298" v="121" actId="1038"/>
          <ac:spMkLst>
            <pc:docMk/>
            <pc:sldMk cId="877929975" sldId="258"/>
            <ac:spMk id="66" creationId="{B9C20A2B-9E5F-4699-B7E0-C92C4B4C11C6}"/>
          </ac:spMkLst>
        </pc:spChg>
        <pc:spChg chg="mod">
          <ac:chgData name="Khethiwe Dlamini" userId="2bf6d97d3a4d60df" providerId="LiveId" clId="{9FC59950-DFEB-445E-8864-062B647CD92D}" dt="2026-02-25T12:22:01.950" v="209" actId="20577"/>
          <ac:spMkLst>
            <pc:docMk/>
            <pc:sldMk cId="877929975" sldId="258"/>
            <ac:spMk id="67" creationId="{5CB8E5D9-5AB2-4AEE-973D-2AB9CE05AF2D}"/>
          </ac:spMkLst>
        </pc:spChg>
        <pc:spChg chg="mod">
          <ac:chgData name="Khethiwe Dlamini" userId="2bf6d97d3a4d60df" providerId="LiveId" clId="{9FC59950-DFEB-445E-8864-062B647CD92D}" dt="2026-02-25T14:50:37.644" v="1212" actId="207"/>
          <ac:spMkLst>
            <pc:docMk/>
            <pc:sldMk cId="877929975" sldId="258"/>
            <ac:spMk id="84" creationId="{5517C826-C471-4169-9892-EEBF4B4D8645}"/>
          </ac:spMkLst>
        </pc:spChg>
        <pc:grpChg chg="del">
          <ac:chgData name="Khethiwe Dlamini" userId="2bf6d97d3a4d60df" providerId="LiveId" clId="{9FC59950-DFEB-445E-8864-062B647CD92D}" dt="2026-02-25T12:17:29.399" v="3" actId="478"/>
          <ac:grpSpMkLst>
            <pc:docMk/>
            <pc:sldMk cId="877929975" sldId="258"/>
            <ac:grpSpMk id="44" creationId="{227F1864-865B-4891-9C3E-7BF0471A84E3}"/>
          </ac:grpSpMkLst>
        </pc:grpChg>
        <pc:graphicFrameChg chg="del">
          <ac:chgData name="Khethiwe Dlamini" userId="2bf6d97d3a4d60df" providerId="LiveId" clId="{9FC59950-DFEB-445E-8864-062B647CD92D}" dt="2026-02-25T12:19:56.768" v="86" actId="478"/>
          <ac:graphicFrameMkLst>
            <pc:docMk/>
            <pc:sldMk cId="877929975" sldId="258"/>
            <ac:graphicFrameMk id="23" creationId="{906FB1C6-A882-4BAA-8733-7662E3996CB6}"/>
          </ac:graphicFrameMkLst>
        </pc:graphicFrameChg>
      </pc:sldChg>
      <pc:sldChg chg="del">
        <pc:chgData name="Khethiwe Dlamini" userId="2bf6d97d3a4d60df" providerId="LiveId" clId="{9FC59950-DFEB-445E-8864-062B647CD92D}" dt="2026-02-25T16:49:51.492" v="3757" actId="47"/>
        <pc:sldMkLst>
          <pc:docMk/>
          <pc:sldMk cId="4092421255" sldId="259"/>
        </pc:sldMkLst>
      </pc:sldChg>
      <pc:sldChg chg="addSp delSp modSp mod modNotesTx">
        <pc:chgData name="Khethiwe Dlamini" userId="2bf6d97d3a4d60df" providerId="LiveId" clId="{9FC59950-DFEB-445E-8864-062B647CD92D}" dt="2026-02-25T16:53:32.628" v="3977" actId="14100"/>
        <pc:sldMkLst>
          <pc:docMk/>
          <pc:sldMk cId="2044100319" sldId="261"/>
        </pc:sldMkLst>
        <pc:spChg chg="mod">
          <ac:chgData name="Khethiwe Dlamini" userId="2bf6d97d3a4d60df" providerId="LiveId" clId="{9FC59950-DFEB-445E-8864-062B647CD92D}" dt="2026-02-25T14:53:59.990" v="1241" actId="1076"/>
          <ac:spMkLst>
            <pc:docMk/>
            <pc:sldMk cId="2044100319" sldId="261"/>
            <ac:spMk id="5" creationId="{8E6BE457-2D55-F173-21EC-A3A4D95195F8}"/>
          </ac:spMkLst>
        </pc:spChg>
        <pc:spChg chg="del">
          <ac:chgData name="Khethiwe Dlamini" userId="2bf6d97d3a4d60df" providerId="LiveId" clId="{9FC59950-DFEB-445E-8864-062B647CD92D}" dt="2026-02-25T14:10:06.484" v="290" actId="478"/>
          <ac:spMkLst>
            <pc:docMk/>
            <pc:sldMk cId="2044100319" sldId="261"/>
            <ac:spMk id="6" creationId="{8BC56767-BD39-A76D-ED66-052F8660F4C9}"/>
          </ac:spMkLst>
        </pc:spChg>
        <pc:spChg chg="add del mod">
          <ac:chgData name="Khethiwe Dlamini" userId="2bf6d97d3a4d60df" providerId="LiveId" clId="{9FC59950-DFEB-445E-8864-062B647CD92D}" dt="2026-02-25T14:58:14.470" v="1271" actId="404"/>
          <ac:spMkLst>
            <pc:docMk/>
            <pc:sldMk cId="2044100319" sldId="261"/>
            <ac:spMk id="8" creationId="{4DC5B2E0-8051-8F8A-335D-CAF46C1D5957}"/>
          </ac:spMkLst>
        </pc:spChg>
        <pc:spChg chg="del">
          <ac:chgData name="Khethiwe Dlamini" userId="2bf6d97d3a4d60df" providerId="LiveId" clId="{9FC59950-DFEB-445E-8864-062B647CD92D}" dt="2026-02-25T14:10:02.275" v="288" actId="478"/>
          <ac:spMkLst>
            <pc:docMk/>
            <pc:sldMk cId="2044100319" sldId="261"/>
            <ac:spMk id="11" creationId="{B12EA018-D321-05DD-07C8-3A42955354EC}"/>
          </ac:spMkLst>
        </pc:spChg>
        <pc:spChg chg="add mod">
          <ac:chgData name="Khethiwe Dlamini" userId="2bf6d97d3a4d60df" providerId="LiveId" clId="{9FC59950-DFEB-445E-8864-062B647CD92D}" dt="2026-02-25T14:58:10.716" v="1270" actId="404"/>
          <ac:spMkLst>
            <pc:docMk/>
            <pc:sldMk cId="2044100319" sldId="261"/>
            <ac:spMk id="17" creationId="{470A9861-DE23-9401-2B48-00358C5F51FB}"/>
          </ac:spMkLst>
        </pc:spChg>
        <pc:spChg chg="add mod">
          <ac:chgData name="Khethiwe Dlamini" userId="2bf6d97d3a4d60df" providerId="LiveId" clId="{9FC59950-DFEB-445E-8864-062B647CD92D}" dt="2026-02-25T16:53:32.628" v="3977" actId="14100"/>
          <ac:spMkLst>
            <pc:docMk/>
            <pc:sldMk cId="2044100319" sldId="261"/>
            <ac:spMk id="19" creationId="{5FA9AA9A-F4DE-7D71-81EB-BE21C8529573}"/>
          </ac:spMkLst>
        </pc:spChg>
        <pc:spChg chg="add mod">
          <ac:chgData name="Khethiwe Dlamini" userId="2bf6d97d3a4d60df" providerId="LiveId" clId="{9FC59950-DFEB-445E-8864-062B647CD92D}" dt="2026-02-25T14:45:56.679" v="1084" actId="1037"/>
          <ac:spMkLst>
            <pc:docMk/>
            <pc:sldMk cId="2044100319" sldId="261"/>
            <ac:spMk id="20" creationId="{C3D145CF-0200-57BC-75FF-A66BF4D82507}"/>
          </ac:spMkLst>
        </pc:spChg>
        <pc:spChg chg="add mod">
          <ac:chgData name="Khethiwe Dlamini" userId="2bf6d97d3a4d60df" providerId="LiveId" clId="{9FC59950-DFEB-445E-8864-062B647CD92D}" dt="2026-02-25T14:55:34.512" v="1249" actId="1035"/>
          <ac:spMkLst>
            <pc:docMk/>
            <pc:sldMk cId="2044100319" sldId="261"/>
            <ac:spMk id="21" creationId="{95C484D9-D63F-E4F7-B03D-4EAE936CBB1A}"/>
          </ac:spMkLst>
        </pc:spChg>
        <pc:spChg chg="del mod">
          <ac:chgData name="Khethiwe Dlamini" userId="2bf6d97d3a4d60df" providerId="LiveId" clId="{9FC59950-DFEB-445E-8864-062B647CD92D}" dt="2026-02-25T14:09:55.121" v="287" actId="478"/>
          <ac:spMkLst>
            <pc:docMk/>
            <pc:sldMk cId="2044100319" sldId="261"/>
            <ac:spMk id="33" creationId="{B8C39A2F-EB98-421A-9196-A1F82FA0CF1A}"/>
          </ac:spMkLst>
        </pc:spChg>
        <pc:spChg chg="del">
          <ac:chgData name="Khethiwe Dlamini" userId="2bf6d97d3a4d60df" providerId="LiveId" clId="{9FC59950-DFEB-445E-8864-062B647CD92D}" dt="2026-02-25T14:09:52.039" v="285" actId="478"/>
          <ac:spMkLst>
            <pc:docMk/>
            <pc:sldMk cId="2044100319" sldId="261"/>
            <ac:spMk id="34" creationId="{B0BABAAE-D145-4E69-9C95-2BF9E7E8DBE7}"/>
          </ac:spMkLst>
        </pc:spChg>
        <pc:spChg chg="del">
          <ac:chgData name="Khethiwe Dlamini" userId="2bf6d97d3a4d60df" providerId="LiveId" clId="{9FC59950-DFEB-445E-8864-062B647CD92D}" dt="2026-02-25T14:09:50.364" v="284" actId="478"/>
          <ac:spMkLst>
            <pc:docMk/>
            <pc:sldMk cId="2044100319" sldId="261"/>
            <ac:spMk id="35" creationId="{E3EAFB8C-B68B-4DDE-875A-CD4EB5E2AFA4}"/>
          </ac:spMkLst>
        </pc:spChg>
        <pc:spChg chg="mod">
          <ac:chgData name="Khethiwe Dlamini" userId="2bf6d97d3a4d60df" providerId="LiveId" clId="{9FC59950-DFEB-445E-8864-062B647CD92D}" dt="2026-02-25T14:54:40.671" v="1244" actId="14100"/>
          <ac:spMkLst>
            <pc:docMk/>
            <pc:sldMk cId="2044100319" sldId="261"/>
            <ac:spMk id="59" creationId="{49DDE0AC-9A78-B48A-83E4-996776EC2D06}"/>
          </ac:spMkLst>
        </pc:spChg>
        <pc:grpChg chg="del">
          <ac:chgData name="Khethiwe Dlamini" userId="2bf6d97d3a4d60df" providerId="LiveId" clId="{9FC59950-DFEB-445E-8864-062B647CD92D}" dt="2026-02-25T14:10:04.094" v="289" actId="478"/>
          <ac:grpSpMkLst>
            <pc:docMk/>
            <pc:sldMk cId="2044100319" sldId="261"/>
            <ac:grpSpMk id="7" creationId="{CF6CDA69-0449-2A90-F30D-88049DBFE6B0}"/>
          </ac:grpSpMkLst>
        </pc:grpChg>
        <pc:graphicFrameChg chg="add mod modGraphic">
          <ac:chgData name="Khethiwe Dlamini" userId="2bf6d97d3a4d60df" providerId="LiveId" clId="{9FC59950-DFEB-445E-8864-062B647CD92D}" dt="2026-02-25T15:15:14.594" v="1787" actId="572"/>
          <ac:graphicFrameMkLst>
            <pc:docMk/>
            <pc:sldMk cId="2044100319" sldId="261"/>
            <ac:graphicFrameMk id="4" creationId="{C8670710-CD11-B4B5-6341-5E836AD3A50F}"/>
          </ac:graphicFrameMkLst>
        </pc:graphicFrameChg>
        <pc:picChg chg="mod">
          <ac:chgData name="Khethiwe Dlamini" userId="2bf6d97d3a4d60df" providerId="LiveId" clId="{9FC59950-DFEB-445E-8864-062B647CD92D}" dt="2026-02-25T14:58:24.368" v="1273" actId="1076"/>
          <ac:picMkLst>
            <pc:docMk/>
            <pc:sldMk cId="2044100319" sldId="261"/>
            <ac:picMk id="3" creationId="{51423C20-1292-4E82-10B2-D07AA63449CA}"/>
          </ac:picMkLst>
        </pc:picChg>
        <pc:picChg chg="add del mod">
          <ac:chgData name="Khethiwe Dlamini" userId="2bf6d97d3a4d60df" providerId="LiveId" clId="{9FC59950-DFEB-445E-8864-062B647CD92D}" dt="2026-02-25T14:25:06.206" v="517" actId="478"/>
          <ac:picMkLst>
            <pc:docMk/>
            <pc:sldMk cId="2044100319" sldId="261"/>
            <ac:picMk id="18" creationId="{BC1A83DE-64B9-1A2A-21D4-5290E4DA0253}"/>
          </ac:picMkLst>
        </pc:picChg>
      </pc:sldChg>
      <pc:sldChg chg="addSp delSp modSp mod">
        <pc:chgData name="Khethiwe Dlamini" userId="2bf6d97d3a4d60df" providerId="LiveId" clId="{9FC59950-DFEB-445E-8864-062B647CD92D}" dt="2026-02-25T16:50:52.437" v="3781" actId="207"/>
        <pc:sldMkLst>
          <pc:docMk/>
          <pc:sldMk cId="686076518" sldId="265"/>
        </pc:sldMkLst>
        <pc:spChg chg="add del mod">
          <ac:chgData name="Khethiwe Dlamini" userId="2bf6d97d3a4d60df" providerId="LiveId" clId="{9FC59950-DFEB-445E-8864-062B647CD92D}" dt="2026-02-25T16:50:15.046" v="3762" actId="478"/>
          <ac:spMkLst>
            <pc:docMk/>
            <pc:sldMk cId="686076518" sldId="265"/>
            <ac:spMk id="3" creationId="{7ADD9880-C572-EC27-0224-0EEE616A9832}"/>
          </ac:spMkLst>
        </pc:spChg>
        <pc:spChg chg="mod">
          <ac:chgData name="Khethiwe Dlamini" userId="2bf6d97d3a4d60df" providerId="LiveId" clId="{9FC59950-DFEB-445E-8864-062B647CD92D}" dt="2026-02-25T16:50:33.421" v="3766" actId="14100"/>
          <ac:spMkLst>
            <pc:docMk/>
            <pc:sldMk cId="686076518" sldId="265"/>
            <ac:spMk id="8" creationId="{64564789-A474-46BE-A2F2-4F27C6E39F3F}"/>
          </ac:spMkLst>
        </pc:spChg>
        <pc:spChg chg="mod">
          <ac:chgData name="Khethiwe Dlamini" userId="2bf6d97d3a4d60df" providerId="LiveId" clId="{9FC59950-DFEB-445E-8864-062B647CD92D}" dt="2026-02-25T16:50:52.437" v="3781" actId="207"/>
          <ac:spMkLst>
            <pc:docMk/>
            <pc:sldMk cId="686076518" sldId="265"/>
            <ac:spMk id="12" creationId="{485D1319-7BD4-47DE-B3DF-55B655BB34C4}"/>
          </ac:spMkLst>
        </pc:spChg>
        <pc:spChg chg="mod">
          <ac:chgData name="Khethiwe Dlamini" userId="2bf6d97d3a4d60df" providerId="LiveId" clId="{9FC59950-DFEB-445E-8864-062B647CD92D}" dt="2026-02-25T16:50:40.584" v="3779" actId="20577"/>
          <ac:spMkLst>
            <pc:docMk/>
            <pc:sldMk cId="686076518" sldId="265"/>
            <ac:spMk id="13" creationId="{DAD3AC05-2DFE-4FEA-BD0F-67495472A283}"/>
          </ac:spMkLst>
        </pc:spChg>
        <pc:spChg chg="mod">
          <ac:chgData name="Khethiwe Dlamini" userId="2bf6d97d3a4d60df" providerId="LiveId" clId="{9FC59950-DFEB-445E-8864-062B647CD92D}" dt="2026-02-25T16:50:49.607" v="3780" actId="207"/>
          <ac:spMkLst>
            <pc:docMk/>
            <pc:sldMk cId="686076518" sldId="265"/>
            <ac:spMk id="14" creationId="{08DED9FB-5603-488F-827B-05F43B91C25A}"/>
          </ac:spMkLst>
        </pc:spChg>
        <pc:picChg chg="mod">
          <ac:chgData name="Khethiwe Dlamini" userId="2bf6d97d3a4d60df" providerId="LiveId" clId="{9FC59950-DFEB-445E-8864-062B647CD92D}" dt="2026-02-25T16:50:24.202" v="3764" actId="14100"/>
          <ac:picMkLst>
            <pc:docMk/>
            <pc:sldMk cId="686076518" sldId="265"/>
            <ac:picMk id="10" creationId="{8C9681D9-380A-4EAF-91DB-E07432FF9C3F}"/>
          </ac:picMkLst>
        </pc:picChg>
      </pc:sldChg>
      <pc:sldChg chg="addSp modSp del">
        <pc:chgData name="Khethiwe Dlamini" userId="2bf6d97d3a4d60df" providerId="LiveId" clId="{9FC59950-DFEB-445E-8864-062B647CD92D}" dt="2026-02-25T16:49:42.151" v="3754" actId="47"/>
        <pc:sldMkLst>
          <pc:docMk/>
          <pc:sldMk cId="2187486296" sldId="266"/>
        </pc:sldMkLst>
        <pc:spChg chg="add mod">
          <ac:chgData name="Khethiwe Dlamini" userId="2bf6d97d3a4d60df" providerId="LiveId" clId="{9FC59950-DFEB-445E-8864-062B647CD92D}" dt="2026-02-25T14:55:55.456" v="1251"/>
          <ac:spMkLst>
            <pc:docMk/>
            <pc:sldMk cId="2187486296" sldId="266"/>
            <ac:spMk id="2" creationId="{40343477-7384-37CE-CC20-3546DD3DCD55}"/>
          </ac:spMkLst>
        </pc:spChg>
      </pc:sldChg>
      <pc:sldChg chg="addSp delSp modSp del mod">
        <pc:chgData name="Khethiwe Dlamini" userId="2bf6d97d3a4d60df" providerId="LiveId" clId="{9FC59950-DFEB-445E-8864-062B647CD92D}" dt="2026-02-25T16:49:48.311" v="3756" actId="47"/>
        <pc:sldMkLst>
          <pc:docMk/>
          <pc:sldMk cId="4165369784" sldId="267"/>
        </pc:sldMkLst>
        <pc:spChg chg="add mod">
          <ac:chgData name="Khethiwe Dlamini" userId="2bf6d97d3a4d60df" providerId="LiveId" clId="{9FC59950-DFEB-445E-8864-062B647CD92D}" dt="2026-02-25T14:55:58.554" v="1252"/>
          <ac:spMkLst>
            <pc:docMk/>
            <pc:sldMk cId="4165369784" sldId="267"/>
            <ac:spMk id="2" creationId="{2CBE371C-A95A-373C-5764-536ECFEB51B3}"/>
          </ac:spMkLst>
        </pc:spChg>
        <pc:spChg chg="del">
          <ac:chgData name="Khethiwe Dlamini" userId="2bf6d97d3a4d60df" providerId="LiveId" clId="{9FC59950-DFEB-445E-8864-062B647CD92D}" dt="2026-02-25T14:56:06.613" v="1253" actId="478"/>
          <ac:spMkLst>
            <pc:docMk/>
            <pc:sldMk cId="4165369784" sldId="267"/>
            <ac:spMk id="3" creationId="{E381F1DD-E791-EB70-6A15-656411993A57}"/>
          </ac:spMkLst>
        </pc:spChg>
      </pc:sldChg>
      <pc:sldChg chg="del">
        <pc:chgData name="Khethiwe Dlamini" userId="2bf6d97d3a4d60df" providerId="LiveId" clId="{9FC59950-DFEB-445E-8864-062B647CD92D}" dt="2026-02-25T16:49:54.079" v="3758" actId="47"/>
        <pc:sldMkLst>
          <pc:docMk/>
          <pc:sldMk cId="2052748359" sldId="268"/>
        </pc:sldMkLst>
      </pc:sldChg>
      <pc:sldChg chg="addSp modSp add del mod">
        <pc:chgData name="Khethiwe Dlamini" userId="2bf6d97d3a4d60df" providerId="LiveId" clId="{9FC59950-DFEB-445E-8864-062B647CD92D}" dt="2026-02-25T16:49:44.422" v="3755" actId="47"/>
        <pc:sldMkLst>
          <pc:docMk/>
          <pc:sldMk cId="3681205954" sldId="269"/>
        </pc:sldMkLst>
        <pc:spChg chg="mod">
          <ac:chgData name="Khethiwe Dlamini" userId="2bf6d97d3a4d60df" providerId="LiveId" clId="{9FC59950-DFEB-445E-8864-062B647CD92D}" dt="2026-02-25T14:46:34.264" v="1101" actId="20577"/>
          <ac:spMkLst>
            <pc:docMk/>
            <pc:sldMk cId="3681205954" sldId="269"/>
            <ac:spMk id="5" creationId="{D5B14258-61EA-C567-995F-4B497F80E8BD}"/>
          </ac:spMkLst>
        </pc:spChg>
        <pc:spChg chg="add mod">
          <ac:chgData name="Khethiwe Dlamini" userId="2bf6d97d3a4d60df" providerId="LiveId" clId="{9FC59950-DFEB-445E-8864-062B647CD92D}" dt="2026-02-25T14:55:44.210" v="1250"/>
          <ac:spMkLst>
            <pc:docMk/>
            <pc:sldMk cId="3681205954" sldId="269"/>
            <ac:spMk id="6" creationId="{16DBE732-4077-5328-79ED-DF9D4310E427}"/>
          </ac:spMkLst>
        </pc:spChg>
      </pc:sldChg>
      <pc:sldChg chg="addSp delSp modSp add mod modNotesTx">
        <pc:chgData name="Khethiwe Dlamini" userId="2bf6d97d3a4d60df" providerId="LiveId" clId="{9FC59950-DFEB-445E-8864-062B647CD92D}" dt="2026-02-25T16:36:05.133" v="3384" actId="20577"/>
        <pc:sldMkLst>
          <pc:docMk/>
          <pc:sldMk cId="1781146979" sldId="270"/>
        </pc:sldMkLst>
        <pc:spChg chg="mod">
          <ac:chgData name="Khethiwe Dlamini" userId="2bf6d97d3a4d60df" providerId="LiveId" clId="{9FC59950-DFEB-445E-8864-062B647CD92D}" dt="2026-02-25T14:56:41.237" v="1256" actId="207"/>
          <ac:spMkLst>
            <pc:docMk/>
            <pc:sldMk cId="1781146979" sldId="270"/>
            <ac:spMk id="5" creationId="{E6E0D07F-6307-6051-1D27-B9D62EBF7A0A}"/>
          </ac:spMkLst>
        </pc:spChg>
        <pc:spChg chg="mod">
          <ac:chgData name="Khethiwe Dlamini" userId="2bf6d97d3a4d60df" providerId="LiveId" clId="{9FC59950-DFEB-445E-8864-062B647CD92D}" dt="2026-02-25T15:02:04.205" v="1313" actId="1076"/>
          <ac:spMkLst>
            <pc:docMk/>
            <pc:sldMk cId="1781146979" sldId="270"/>
            <ac:spMk id="8" creationId="{436D6059-2860-7DDA-F886-9C430ED0E98C}"/>
          </ac:spMkLst>
        </pc:spChg>
        <pc:spChg chg="add del">
          <ac:chgData name="Khethiwe Dlamini" userId="2bf6d97d3a4d60df" providerId="LiveId" clId="{9FC59950-DFEB-445E-8864-062B647CD92D}" dt="2026-02-25T15:00:12.254" v="1294" actId="478"/>
          <ac:spMkLst>
            <pc:docMk/>
            <pc:sldMk cId="1781146979" sldId="270"/>
            <ac:spMk id="9" creationId="{B4A0E948-3C8C-7A48-5D19-B8129A70A62E}"/>
          </ac:spMkLst>
        </pc:spChg>
        <pc:spChg chg="add mod">
          <ac:chgData name="Khethiwe Dlamini" userId="2bf6d97d3a4d60df" providerId="LiveId" clId="{9FC59950-DFEB-445E-8864-062B647CD92D}" dt="2026-02-25T15:13:48.081" v="1757" actId="208"/>
          <ac:spMkLst>
            <pc:docMk/>
            <pc:sldMk cId="1781146979" sldId="270"/>
            <ac:spMk id="10" creationId="{2AAA4A04-8863-64A5-40A3-AFF6864E10B4}"/>
          </ac:spMkLst>
        </pc:spChg>
        <pc:spChg chg="add mod">
          <ac:chgData name="Khethiwe Dlamini" userId="2bf6d97d3a4d60df" providerId="LiveId" clId="{9FC59950-DFEB-445E-8864-062B647CD92D}" dt="2026-02-25T15:10:01.903" v="1754" actId="1038"/>
          <ac:spMkLst>
            <pc:docMk/>
            <pc:sldMk cId="1781146979" sldId="270"/>
            <ac:spMk id="11" creationId="{5CB40A5C-3316-7FA6-84B7-73D64BD3B0A1}"/>
          </ac:spMkLst>
        </pc:spChg>
        <pc:spChg chg="mod">
          <ac:chgData name="Khethiwe Dlamini" userId="2bf6d97d3a4d60df" providerId="LiveId" clId="{9FC59950-DFEB-445E-8864-062B647CD92D}" dt="2026-02-25T15:01:53.535" v="1310" actId="207"/>
          <ac:spMkLst>
            <pc:docMk/>
            <pc:sldMk cId="1781146979" sldId="270"/>
            <ac:spMk id="17" creationId="{CB0C3BE1-A53D-1046-47A7-E890C904D214}"/>
          </ac:spMkLst>
        </pc:spChg>
        <pc:spChg chg="del">
          <ac:chgData name="Khethiwe Dlamini" userId="2bf6d97d3a4d60df" providerId="LiveId" clId="{9FC59950-DFEB-445E-8864-062B647CD92D}" dt="2026-02-25T14:56:53.093" v="1259" actId="478"/>
          <ac:spMkLst>
            <pc:docMk/>
            <pc:sldMk cId="1781146979" sldId="270"/>
            <ac:spMk id="19" creationId="{356D269D-D14A-6814-1D83-E78A421112BA}"/>
          </ac:spMkLst>
        </pc:spChg>
        <pc:spChg chg="del">
          <ac:chgData name="Khethiwe Dlamini" userId="2bf6d97d3a4d60df" providerId="LiveId" clId="{9FC59950-DFEB-445E-8864-062B647CD92D}" dt="2026-02-25T14:56:57.476" v="1260" actId="478"/>
          <ac:spMkLst>
            <pc:docMk/>
            <pc:sldMk cId="1781146979" sldId="270"/>
            <ac:spMk id="20" creationId="{CE1F0C0D-E536-628D-DFBE-2B8502FACA60}"/>
          </ac:spMkLst>
        </pc:spChg>
        <pc:graphicFrameChg chg="del">
          <ac:chgData name="Khethiwe Dlamini" userId="2bf6d97d3a4d60df" providerId="LiveId" clId="{9FC59950-DFEB-445E-8864-062B647CD92D}" dt="2026-02-25T14:56:52.077" v="1258" actId="478"/>
          <ac:graphicFrameMkLst>
            <pc:docMk/>
            <pc:sldMk cId="1781146979" sldId="270"/>
            <ac:graphicFrameMk id="4" creationId="{A559534F-3AA7-7FE7-ABEF-FF248011AD2C}"/>
          </ac:graphicFrameMkLst>
        </pc:graphicFrameChg>
        <pc:picChg chg="del">
          <ac:chgData name="Khethiwe Dlamini" userId="2bf6d97d3a4d60df" providerId="LiveId" clId="{9FC59950-DFEB-445E-8864-062B647CD92D}" dt="2026-02-25T14:56:49.887" v="1257" actId="478"/>
          <ac:picMkLst>
            <pc:docMk/>
            <pc:sldMk cId="1781146979" sldId="270"/>
            <ac:picMk id="3" creationId="{725C0DDE-EECB-07E6-2BAB-E7DBF6182548}"/>
          </ac:picMkLst>
        </pc:picChg>
        <pc:picChg chg="add mod">
          <ac:chgData name="Khethiwe Dlamini" userId="2bf6d97d3a4d60df" providerId="LiveId" clId="{9FC59950-DFEB-445E-8864-062B647CD92D}" dt="2026-02-25T14:59:35.573" v="1287" actId="14100"/>
          <ac:picMkLst>
            <pc:docMk/>
            <pc:sldMk cId="1781146979" sldId="270"/>
            <ac:picMk id="6" creationId="{C0CE4BBC-0CD1-963B-453F-574E97676400}"/>
          </ac:picMkLst>
        </pc:picChg>
        <pc:picChg chg="add mod">
          <ac:chgData name="Khethiwe Dlamini" userId="2bf6d97d3a4d60df" providerId="LiveId" clId="{9FC59950-DFEB-445E-8864-062B647CD92D}" dt="2026-02-25T15:00:45.593" v="1298" actId="1076"/>
          <ac:picMkLst>
            <pc:docMk/>
            <pc:sldMk cId="1781146979" sldId="270"/>
            <ac:picMk id="1026" creationId="{C416C8DD-7EDA-1C63-B2E8-2803A60AD569}"/>
          </ac:picMkLst>
        </pc:picChg>
      </pc:sldChg>
      <pc:sldChg chg="addSp delSp modSp add mod modNotesTx">
        <pc:chgData name="Khethiwe Dlamini" userId="2bf6d97d3a4d60df" providerId="LiveId" clId="{9FC59950-DFEB-445E-8864-062B647CD92D}" dt="2026-02-25T16:57:13.542" v="4297" actId="21"/>
        <pc:sldMkLst>
          <pc:docMk/>
          <pc:sldMk cId="879082381" sldId="271"/>
        </pc:sldMkLst>
        <pc:spChg chg="add mod">
          <ac:chgData name="Khethiwe Dlamini" userId="2bf6d97d3a4d60df" providerId="LiveId" clId="{9FC59950-DFEB-445E-8864-062B647CD92D}" dt="2026-02-25T16:36:21.793" v="3386"/>
          <ac:spMkLst>
            <pc:docMk/>
            <pc:sldMk cId="879082381" sldId="271"/>
            <ac:spMk id="4" creationId="{89F542A6-6AE4-4567-D2F1-60070EED0402}"/>
          </ac:spMkLst>
        </pc:spChg>
        <pc:spChg chg="mod">
          <ac:chgData name="Khethiwe Dlamini" userId="2bf6d97d3a4d60df" providerId="LiveId" clId="{9FC59950-DFEB-445E-8864-062B647CD92D}" dt="2026-02-25T16:04:18.384" v="1817" actId="207"/>
          <ac:spMkLst>
            <pc:docMk/>
            <pc:sldMk cId="879082381" sldId="271"/>
            <ac:spMk id="5" creationId="{6250DA4D-5F47-C39B-DB4C-1DD4FC3FB9F5}"/>
          </ac:spMkLst>
        </pc:spChg>
        <pc:spChg chg="del">
          <ac:chgData name="Khethiwe Dlamini" userId="2bf6d97d3a4d60df" providerId="LiveId" clId="{9FC59950-DFEB-445E-8864-062B647CD92D}" dt="2026-02-25T16:04:25.962" v="1819" actId="478"/>
          <ac:spMkLst>
            <pc:docMk/>
            <pc:sldMk cId="879082381" sldId="271"/>
            <ac:spMk id="8" creationId="{EAA9CB16-5B5E-7130-2718-5EE83D6D913D}"/>
          </ac:spMkLst>
        </pc:spChg>
        <pc:spChg chg="mod">
          <ac:chgData name="Khethiwe Dlamini" userId="2bf6d97d3a4d60df" providerId="LiveId" clId="{9FC59950-DFEB-445E-8864-062B647CD92D}" dt="2026-02-25T16:20:25.938" v="2656" actId="20577"/>
          <ac:spMkLst>
            <pc:docMk/>
            <pc:sldMk cId="879082381" sldId="271"/>
            <ac:spMk id="10" creationId="{5FC38F1A-160A-5218-1EB4-5DCEB71D80A1}"/>
          </ac:spMkLst>
        </pc:spChg>
        <pc:spChg chg="del">
          <ac:chgData name="Khethiwe Dlamini" userId="2bf6d97d3a4d60df" providerId="LiveId" clId="{9FC59950-DFEB-445E-8864-062B647CD92D}" dt="2026-02-25T16:04:22.398" v="1818" actId="478"/>
          <ac:spMkLst>
            <pc:docMk/>
            <pc:sldMk cId="879082381" sldId="271"/>
            <ac:spMk id="17" creationId="{B66FCCA8-8F65-CBCB-0041-A8B66D455035}"/>
          </ac:spMkLst>
        </pc:spChg>
        <pc:graphicFrameChg chg="add mod modGraphic">
          <ac:chgData name="Khethiwe Dlamini" userId="2bf6d97d3a4d60df" providerId="LiveId" clId="{9FC59950-DFEB-445E-8864-062B647CD92D}" dt="2026-02-25T16:57:13.542" v="4297" actId="21"/>
          <ac:graphicFrameMkLst>
            <pc:docMk/>
            <pc:sldMk cId="879082381" sldId="271"/>
            <ac:graphicFrameMk id="3" creationId="{05673460-45CD-B53A-B759-B1D6219CB324}"/>
          </ac:graphicFrameMkLst>
        </pc:graphicFrameChg>
        <pc:picChg chg="del">
          <ac:chgData name="Khethiwe Dlamini" userId="2bf6d97d3a4d60df" providerId="LiveId" clId="{9FC59950-DFEB-445E-8864-062B647CD92D}" dt="2026-02-25T15:54:27.408" v="1790" actId="478"/>
          <ac:picMkLst>
            <pc:docMk/>
            <pc:sldMk cId="879082381" sldId="271"/>
            <ac:picMk id="6" creationId="{105E21B2-2398-C3A3-921F-B379064D14AC}"/>
          </ac:picMkLst>
        </pc:picChg>
        <pc:picChg chg="add del">
          <ac:chgData name="Khethiwe Dlamini" userId="2bf6d97d3a4d60df" providerId="LiveId" clId="{9FC59950-DFEB-445E-8864-062B647CD92D}" dt="2026-02-25T15:55:02.705" v="1796" actId="478"/>
          <ac:picMkLst>
            <pc:docMk/>
            <pc:sldMk cId="879082381" sldId="271"/>
            <ac:picMk id="1026" creationId="{163BA982-24E3-339B-9BA2-F30D7B3BFBD8}"/>
          </ac:picMkLst>
        </pc:picChg>
      </pc:sldChg>
      <pc:sldChg chg="addSp delSp modSp add mod modNotesTx">
        <pc:chgData name="Khethiwe Dlamini" userId="2bf6d97d3a4d60df" providerId="LiveId" clId="{9FC59950-DFEB-445E-8864-062B647CD92D}" dt="2026-02-25T16:37:14.430" v="3387"/>
        <pc:sldMkLst>
          <pc:docMk/>
          <pc:sldMk cId="1951697218" sldId="272"/>
        </pc:sldMkLst>
        <pc:spChg chg="add mod">
          <ac:chgData name="Khethiwe Dlamini" userId="2bf6d97d3a4d60df" providerId="LiveId" clId="{9FC59950-DFEB-445E-8864-062B647CD92D}" dt="2026-02-25T16:37:14.430" v="3387"/>
          <ac:spMkLst>
            <pc:docMk/>
            <pc:sldMk cId="1951697218" sldId="272"/>
            <ac:spMk id="4" creationId="{A0A0FAC4-2E7C-1909-F28C-115C3135F98A}"/>
          </ac:spMkLst>
        </pc:spChg>
        <pc:spChg chg="mod">
          <ac:chgData name="Khethiwe Dlamini" userId="2bf6d97d3a4d60df" providerId="LiveId" clId="{9FC59950-DFEB-445E-8864-062B647CD92D}" dt="2026-02-25T16:25:15.205" v="2692" actId="20577"/>
          <ac:spMkLst>
            <pc:docMk/>
            <pc:sldMk cId="1951697218" sldId="272"/>
            <ac:spMk id="5" creationId="{436A591B-1B31-5E69-2F4C-C5053D3BF290}"/>
          </ac:spMkLst>
        </pc:spChg>
        <pc:spChg chg="mod">
          <ac:chgData name="Khethiwe Dlamini" userId="2bf6d97d3a4d60df" providerId="LiveId" clId="{9FC59950-DFEB-445E-8864-062B647CD92D}" dt="2026-02-25T16:35:36.370" v="3381" actId="1076"/>
          <ac:spMkLst>
            <pc:docMk/>
            <pc:sldMk cId="1951697218" sldId="272"/>
            <ac:spMk id="10" creationId="{28999984-8F23-749E-6D21-585E4DCDFDE9}"/>
          </ac:spMkLst>
        </pc:spChg>
        <pc:graphicFrameChg chg="del">
          <ac:chgData name="Khethiwe Dlamini" userId="2bf6d97d3a4d60df" providerId="LiveId" clId="{9FC59950-DFEB-445E-8864-062B647CD92D}" dt="2026-02-25T16:23:47.046" v="2662" actId="478"/>
          <ac:graphicFrameMkLst>
            <pc:docMk/>
            <pc:sldMk cId="1951697218" sldId="272"/>
            <ac:graphicFrameMk id="3" creationId="{304C50F2-72EF-A735-D71E-BCF7C36BCEC3}"/>
          </ac:graphicFrameMkLst>
        </pc:graphicFrameChg>
        <pc:picChg chg="add mod">
          <ac:chgData name="Khethiwe Dlamini" userId="2bf6d97d3a4d60df" providerId="LiveId" clId="{9FC59950-DFEB-445E-8864-062B647CD92D}" dt="2026-02-25T16:32:05.369" v="3226" actId="1076"/>
          <ac:picMkLst>
            <pc:docMk/>
            <pc:sldMk cId="1951697218" sldId="272"/>
            <ac:picMk id="4098" creationId="{5CE98A47-6A66-00B3-C67F-A0010E313240}"/>
          </ac:picMkLst>
        </pc:picChg>
      </pc:sldChg>
      <pc:sldChg chg="addSp delSp modSp add mod">
        <pc:chgData name="Khethiwe Dlamini" userId="2bf6d97d3a4d60df" providerId="LiveId" clId="{9FC59950-DFEB-445E-8864-062B647CD92D}" dt="2026-02-25T16:58:33.938" v="4366" actId="1076"/>
        <pc:sldMkLst>
          <pc:docMk/>
          <pc:sldMk cId="2402745877" sldId="273"/>
        </pc:sldMkLst>
        <pc:spChg chg="add mod">
          <ac:chgData name="Khethiwe Dlamini" userId="2bf6d97d3a4d60df" providerId="LiveId" clId="{9FC59950-DFEB-445E-8864-062B647CD92D}" dt="2026-02-25T16:58:33.938" v="4366" actId="1076"/>
          <ac:spMkLst>
            <pc:docMk/>
            <pc:sldMk cId="2402745877" sldId="273"/>
            <ac:spMk id="3" creationId="{DF0E0572-C4BE-D9BB-1D5A-41ABDE1D29A0}"/>
          </ac:spMkLst>
        </pc:spChg>
        <pc:spChg chg="del">
          <ac:chgData name="Khethiwe Dlamini" userId="2bf6d97d3a4d60df" providerId="LiveId" clId="{9FC59950-DFEB-445E-8864-062B647CD92D}" dt="2026-02-25T16:38:40.256" v="3395" actId="478"/>
          <ac:spMkLst>
            <pc:docMk/>
            <pc:sldMk cId="2402745877" sldId="273"/>
            <ac:spMk id="10" creationId="{E2E4584E-51E9-202B-560A-DDDBDE36A383}"/>
          </ac:spMkLst>
        </pc:spChg>
        <pc:picChg chg="del">
          <ac:chgData name="Khethiwe Dlamini" userId="2bf6d97d3a4d60df" providerId="LiveId" clId="{9FC59950-DFEB-445E-8864-062B647CD92D}" dt="2026-02-25T16:38:13.452" v="3389" actId="478"/>
          <ac:picMkLst>
            <pc:docMk/>
            <pc:sldMk cId="2402745877" sldId="273"/>
            <ac:picMk id="4098" creationId="{ECA2C1E1-6C90-AD72-29F7-176B6317B386}"/>
          </ac:picMkLst>
        </pc:picChg>
        <pc:picChg chg="add mod">
          <ac:chgData name="Khethiwe Dlamini" userId="2bf6d97d3a4d60df" providerId="LiveId" clId="{9FC59950-DFEB-445E-8864-062B647CD92D}" dt="2026-02-25T16:48:20.303" v="3728" actId="1076"/>
          <ac:picMkLst>
            <pc:docMk/>
            <pc:sldMk cId="2402745877" sldId="273"/>
            <ac:picMk id="5122" creationId="{359FF992-DFEF-855B-892E-8CCBF0AE1B77}"/>
          </ac:picMkLst>
        </pc:picChg>
        <pc:picChg chg="add del">
          <ac:chgData name="Khethiwe Dlamini" userId="2bf6d97d3a4d60df" providerId="LiveId" clId="{9FC59950-DFEB-445E-8864-062B647CD92D}" dt="2026-02-25T16:38:48.480" v="3397" actId="478"/>
          <ac:picMkLst>
            <pc:docMk/>
            <pc:sldMk cId="2402745877" sldId="273"/>
            <ac:picMk id="5124" creationId="{74761754-75A9-3363-DA9F-9CADDB35224E}"/>
          </ac:picMkLst>
        </pc:picChg>
        <pc:picChg chg="add del mod">
          <ac:chgData name="Khethiwe Dlamini" userId="2bf6d97d3a4d60df" providerId="LiveId" clId="{9FC59950-DFEB-445E-8864-062B647CD92D}" dt="2026-02-25T16:47:52.738" v="3723" actId="21"/>
          <ac:picMkLst>
            <pc:docMk/>
            <pc:sldMk cId="2402745877" sldId="273"/>
            <ac:picMk id="5126" creationId="{20B7AA21-5D94-11C5-06BD-F955541668EF}"/>
          </ac:picMkLst>
        </pc:picChg>
      </pc:sldChg>
      <pc:sldChg chg="addSp delSp modSp add mod">
        <pc:chgData name="Khethiwe Dlamini" userId="2bf6d97d3a4d60df" providerId="LiveId" clId="{9FC59950-DFEB-445E-8864-062B647CD92D}" dt="2026-02-25T17:07:17.434" v="4557" actId="20577"/>
        <pc:sldMkLst>
          <pc:docMk/>
          <pc:sldMk cId="3010335632" sldId="274"/>
        </pc:sldMkLst>
        <pc:spChg chg="mod">
          <ac:chgData name="Khethiwe Dlamini" userId="2bf6d97d3a4d60df" providerId="LiveId" clId="{9FC59950-DFEB-445E-8864-062B647CD92D}" dt="2026-02-25T17:07:17.434" v="4557" actId="20577"/>
          <ac:spMkLst>
            <pc:docMk/>
            <pc:sldMk cId="3010335632" sldId="274"/>
            <ac:spMk id="3" creationId="{F81EDC3F-FFD9-9170-7074-2A71E575CDA1}"/>
          </ac:spMkLst>
        </pc:spChg>
        <pc:spChg chg="mod">
          <ac:chgData name="Khethiwe Dlamini" userId="2bf6d97d3a4d60df" providerId="LiveId" clId="{9FC59950-DFEB-445E-8864-062B647CD92D}" dt="2026-02-25T16:48:41.031" v="3744" actId="20577"/>
          <ac:spMkLst>
            <pc:docMk/>
            <pc:sldMk cId="3010335632" sldId="274"/>
            <ac:spMk id="5" creationId="{EF14E32D-FD3A-A971-48CD-9B37C2422E76}"/>
          </ac:spMkLst>
        </pc:spChg>
        <pc:spChg chg="add del mod">
          <ac:chgData name="Khethiwe Dlamini" userId="2bf6d97d3a4d60df" providerId="LiveId" clId="{9FC59950-DFEB-445E-8864-062B647CD92D}" dt="2026-02-25T16:55:46.084" v="4139" actId="478"/>
          <ac:spMkLst>
            <pc:docMk/>
            <pc:sldMk cId="3010335632" sldId="274"/>
            <ac:spMk id="6" creationId="{14695ACF-E39C-ABED-37B2-57EE679C6F7F}"/>
          </ac:spMkLst>
        </pc:spChg>
        <pc:picChg chg="del">
          <ac:chgData name="Khethiwe Dlamini" userId="2bf6d97d3a4d60df" providerId="LiveId" clId="{9FC59950-DFEB-445E-8864-062B647CD92D}" dt="2026-02-25T16:48:31.320" v="3730" actId="478"/>
          <ac:picMkLst>
            <pc:docMk/>
            <pc:sldMk cId="3010335632" sldId="274"/>
            <ac:picMk id="5122" creationId="{E5D7215D-B12F-5076-743B-717C9721F992}"/>
          </ac:picMkLst>
        </pc:picChg>
        <pc:picChg chg="add mod">
          <ac:chgData name="Khethiwe Dlamini" userId="2bf6d97d3a4d60df" providerId="LiveId" clId="{9FC59950-DFEB-445E-8864-062B647CD92D}" dt="2026-02-25T16:58:55.702" v="4370" actId="1076"/>
          <ac:picMkLst>
            <pc:docMk/>
            <pc:sldMk cId="3010335632" sldId="274"/>
            <ac:picMk id="5126" creationId="{20B7AA21-5D94-11C5-06BD-F955541668E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55DE61D-30EF-4C9B-8D44-E691F32398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68B3DF-723E-432F-969B-97B388C9E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EEDC24-AEF3-4156-91F4-FB474A5F24DB}" type="datetimeFigureOut">
              <a:rPr lang="en-US" smtClean="0"/>
              <a:t>2/25/2026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D9C936-9EF8-46A3-B2D4-DE8362A54E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F7898E-02B9-4C24-8F47-60A833CD36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3B91B-56FA-44FF-A036-17B4166BAD1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250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3023A0-2B54-4E79-AA20-143385AB9A6C}" type="datetimeFigureOut">
              <a:rPr lang="en-US" smtClean="0"/>
              <a:t>2/25/2026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48DEA9-6F4F-4540-9E5D-C6F39079AF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659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256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76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568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266A-84A8-334A-7F3B-5BE8767EF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E60E8-6155-1155-76F9-D925879CA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0A4CD-26DF-9D90-8797-5566A544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77764-D54B-F21A-59D9-A7A905365B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836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7A2A7-1D97-C22C-FB78-F3495AA0F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06EE1-07C9-A62B-BC8B-BF74A8344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904822-B1E1-F20D-5FE5-665E2E543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A49A14-DE37-A86F-5F3F-FD3C6068BD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087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862C9-A1A6-EEE9-5D62-B6D50CA65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FE99E1-0817-BB7A-D9A5-7B32259C7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CFAA9-3799-1053-3890-5BDD9B4BCC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A5AA1-4A10-AAA0-03FA-6A3E5E5A6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5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73D7D-B2FF-D5A5-4DEE-7A7FD606C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826273-CA1A-D813-B02F-46CFB178F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02FDF3-3D98-72E1-ADD5-B4842A6162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1CE3-97F6-BD8C-7762-DAA8D6EB46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423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37E50-362F-E089-F33F-629739B5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161E2-B25A-557A-DE34-F04C8D134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A33E95-6640-8672-8C18-69A72E312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6B553-F520-9789-EB5A-9E8193D36A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272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48DEA9-6F4F-4540-9E5D-C6F39079AF7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4473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9AFCD-CC86-4465-AD95-85D2B9349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607509-85B2-495C-82A8-989CA9862B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B0AA9-8E90-484A-ADD9-31AA1A53D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8E9EE-6889-428D-B6A1-8BAC3E3F5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Your Logo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1D2A5-6CD9-436C-958A-CC73AA34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50806-BABF-4915-9689-3B9956D1C7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5563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758F3-6311-4BBF-9C0A-1ADA7A27E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5818"/>
            <a:ext cx="10515600" cy="498598"/>
          </a:xfrm>
        </p:spPr>
        <p:txBody>
          <a:bodyPr lIns="0" tIns="0" rIns="0" bIns="0" anchor="t">
            <a:spAutoFit/>
          </a:bodyPr>
          <a:lstStyle>
            <a:lvl1pPr algn="ctr">
              <a:defRPr sz="3600" cap="all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86F3C5-5D77-43F9-92A6-DE0777BB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B4FB46-0511-4A20-A9DA-85B06B5DF611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583AD1-0683-4B68-832E-79E5AC88DF1C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B2F141-1AB9-4751-90A0-65BD481D8563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255E-A54B-4118-B827-E0382D3A0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7650" y="589475"/>
            <a:ext cx="419100" cy="365125"/>
          </a:xfrm>
        </p:spPr>
        <p:txBody>
          <a:bodyPr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fld id="{0FD50806-BABF-4915-9689-3B9956D1C75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33619BB-9A09-40D9-A9F1-A026ABABCFBF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606B9428-3B49-42EA-ACD3-FF049EF21512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A069E56F-ACCE-4A35-B24D-58EA37E4CEA1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465AED1-A4C5-416C-90F3-39CC10CEEAF1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411431DD-99C5-48BB-92EB-730E9F76D556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63828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F7129C65-954E-43EB-9F6A-C97D1F580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63187" y="6509710"/>
            <a:ext cx="1561696" cy="276999"/>
          </a:xfrm>
        </p:spPr>
        <p:txBody>
          <a:bodyPr>
            <a:spAutoFit/>
          </a:bodyPr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C9F7F1-EEC7-46BD-A1BF-A84E2080AB06}"/>
              </a:ext>
            </a:extLst>
          </p:cNvPr>
          <p:cNvSpPr/>
          <p:nvPr userDrawn="1"/>
        </p:nvSpPr>
        <p:spPr>
          <a:xfrm>
            <a:off x="0" y="6511448"/>
            <a:ext cx="10263189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697E84-B24C-45E1-B5E2-2055DC460E2B}"/>
              </a:ext>
            </a:extLst>
          </p:cNvPr>
          <p:cNvSpPr/>
          <p:nvPr userDrawn="1"/>
        </p:nvSpPr>
        <p:spPr>
          <a:xfrm>
            <a:off x="11620500" y="525817"/>
            <a:ext cx="571500" cy="49244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86CD30-C1F7-4F1C-A2BE-296375984BEE}"/>
              </a:ext>
            </a:extLst>
          </p:cNvPr>
          <p:cNvSpPr/>
          <p:nvPr userDrawn="1"/>
        </p:nvSpPr>
        <p:spPr>
          <a:xfrm>
            <a:off x="11824884" y="6511448"/>
            <a:ext cx="367116" cy="2735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CBA262D7-A96F-4408-8F02-4886014BC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77650" y="589475"/>
            <a:ext cx="419100" cy="365125"/>
          </a:xfrm>
        </p:spPr>
        <p:txBody>
          <a:bodyPr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fld id="{0FD50806-BABF-4915-9689-3B9956D1C75C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5309FA6-F672-455E-955D-B63C2E15B767}"/>
              </a:ext>
            </a:extLst>
          </p:cNvPr>
          <p:cNvGrpSpPr/>
          <p:nvPr userDrawn="1"/>
        </p:nvGrpSpPr>
        <p:grpSpPr>
          <a:xfrm>
            <a:off x="334126" y="6577411"/>
            <a:ext cx="1084573" cy="141598"/>
            <a:chOff x="334126" y="6490192"/>
            <a:chExt cx="1084573" cy="141598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4FEBCF0-94B1-404B-8C9F-2DCA574C8B2D}"/>
                </a:ext>
              </a:extLst>
            </p:cNvPr>
            <p:cNvSpPr/>
            <p:nvPr/>
          </p:nvSpPr>
          <p:spPr>
            <a:xfrm rot="18900000" flipH="1">
              <a:off x="33412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rgbClr val="CE29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76D0EC6-9588-45EE-90D4-6E4C69D39683}"/>
                </a:ext>
              </a:extLst>
            </p:cNvPr>
            <p:cNvSpPr/>
            <p:nvPr/>
          </p:nvSpPr>
          <p:spPr>
            <a:xfrm rot="18900000" flipH="1">
              <a:off x="64845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987DA7BA-10C8-4993-9A03-3A5333A3916C}"/>
                </a:ext>
              </a:extLst>
            </p:cNvPr>
            <p:cNvSpPr/>
            <p:nvPr/>
          </p:nvSpPr>
          <p:spPr>
            <a:xfrm rot="18900000" flipH="1">
              <a:off x="962776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19BB0092-77B4-406B-A737-5C223E99A5A5}"/>
                </a:ext>
              </a:extLst>
            </p:cNvPr>
            <p:cNvSpPr/>
            <p:nvPr/>
          </p:nvSpPr>
          <p:spPr>
            <a:xfrm rot="18900000" flipH="1">
              <a:off x="1277101" y="6490192"/>
              <a:ext cx="141598" cy="141598"/>
            </a:xfrm>
            <a:prstGeom prst="roundRect">
              <a:avLst>
                <a:gd name="adj" fmla="val 11080"/>
              </a:avLst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13813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84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759117-0F16-48ED-9718-C5D09846F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745ED-7A57-4683-810C-5E5003926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5B1BF-AD50-4239-805D-33B3AEE528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79871-3CD6-4A1B-A275-2552C7EBC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Your Logo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81636-41B2-41A0-9EEE-E0104F88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D50806-BABF-4915-9689-3B9956D1C75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634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surance-costs-eda.netlify.app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KhethiweDlamini/Medical-Insurance-Costs-Case-Study/tree/main/exploratory-data-analysis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on-modell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KhethiweDlamini/Medical-Insurance-Costs-Case-Study/tree/main/prediction-modellin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on-modellin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hethiweDlamini/Medical-Insurance-Costs-Case-Study/tree/main/prediction-modelling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 of a city. ">
            <a:extLst>
              <a:ext uri="{FF2B5EF4-FFF2-40B4-BE49-F238E27FC236}">
                <a16:creationId xmlns:a16="http://schemas.microsoft.com/office/drawing/2014/main" id="{8C9681D9-380A-4EAF-91DB-E07432FF9C3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4564789-A474-46BE-A2F2-4F27C6E39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E70207C-E81D-4E79-9654-07E51237BC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9999285" y="328273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2C300DA-4EC9-46EA-916D-25BEDAE0F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966781" y="4176660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07CD1A-2477-48CA-8693-2133EA1C3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8247" y="1236571"/>
            <a:ext cx="3991566" cy="4397339"/>
            <a:chOff x="4118247" y="1513178"/>
            <a:chExt cx="3991566" cy="4397339"/>
          </a:xfrm>
          <a:solidFill>
            <a:srgbClr val="003300">
              <a:alpha val="76863"/>
            </a:srgbClr>
          </a:solidFill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85D1319-7BD4-47DE-B3DF-55B655BB34C4}"/>
                </a:ext>
              </a:extLst>
            </p:cNvPr>
            <p:cNvSpPr/>
            <p:nvPr/>
          </p:nvSpPr>
          <p:spPr>
            <a:xfrm rot="18900000">
              <a:off x="4118247" y="1513178"/>
              <a:ext cx="3991566" cy="3920922"/>
            </a:xfrm>
            <a:prstGeom prst="roundRect">
              <a:avLst>
                <a:gd name="adj" fmla="val 1108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006600">
                    <a:alpha val="78000"/>
                  </a:srgbClr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A6B26EE-CB0C-4C1C-981C-B7972827533E}"/>
                </a:ext>
              </a:extLst>
            </p:cNvPr>
            <p:cNvSpPr/>
            <p:nvPr/>
          </p:nvSpPr>
          <p:spPr>
            <a:xfrm rot="18900000">
              <a:off x="4167699" y="2053915"/>
              <a:ext cx="3856602" cy="3856602"/>
            </a:xfrm>
            <a:prstGeom prst="roundRect">
              <a:avLst>
                <a:gd name="adj" fmla="val 11080"/>
              </a:avLst>
            </a:prstGeom>
            <a:solidFill>
              <a:srgbClr val="003300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AD3AC05-2DFE-4FEA-BD0F-67495472A283}"/>
              </a:ext>
            </a:extLst>
          </p:cNvPr>
          <p:cNvSpPr txBox="1"/>
          <p:nvPr/>
        </p:nvSpPr>
        <p:spPr>
          <a:xfrm>
            <a:off x="3932924" y="2392763"/>
            <a:ext cx="4304945" cy="156966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+mj-lt"/>
              </a:rPr>
              <a:t>Case Study: </a:t>
            </a:r>
            <a:br>
              <a:rPr lang="en-US" sz="2400" dirty="0">
                <a:solidFill>
                  <a:schemeClr val="bg1"/>
                </a:solidFill>
                <a:latin typeface="+mj-lt"/>
              </a:rPr>
            </a:br>
            <a:r>
              <a:rPr lang="en-US" sz="2400" dirty="0">
                <a:solidFill>
                  <a:schemeClr val="bg1"/>
                </a:solidFill>
                <a:latin typeface="+mj-lt"/>
              </a:rPr>
              <a:t>Analysis of Health-Related Factors and Their Impact on Medical Insurance Costs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C445D-99BF-4BD6-A87A-9AB46C82F7C1}"/>
              </a:ext>
            </a:extLst>
          </p:cNvPr>
          <p:cNvSpPr txBox="1"/>
          <p:nvPr/>
        </p:nvSpPr>
        <p:spPr>
          <a:xfrm>
            <a:off x="3524249" y="4344789"/>
            <a:ext cx="51435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By: Khethiwe Dlamini</a:t>
            </a: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1FF3AA5-65B8-4250-9FA5-E730BA5D9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93942" y="5808574"/>
            <a:ext cx="2293258" cy="1049426"/>
          </a:xfrm>
          <a:custGeom>
            <a:avLst/>
            <a:gdLst>
              <a:gd name="connsiteX0" fmla="*/ 1146629 w 2293258"/>
              <a:gd name="connsiteY0" fmla="*/ 0 h 1049426"/>
              <a:gd name="connsiteX1" fmla="*/ 1312564 w 2293258"/>
              <a:gd name="connsiteY1" fmla="*/ 68733 h 1049426"/>
              <a:gd name="connsiteX2" fmla="*/ 2293258 w 2293258"/>
              <a:gd name="connsiteY2" fmla="*/ 1049426 h 1049426"/>
              <a:gd name="connsiteX3" fmla="*/ 0 w 2293258"/>
              <a:gd name="connsiteY3" fmla="*/ 1049426 h 1049426"/>
              <a:gd name="connsiteX4" fmla="*/ 980694 w 2293258"/>
              <a:gd name="connsiteY4" fmla="*/ 68733 h 1049426"/>
              <a:gd name="connsiteX5" fmla="*/ 1146629 w 2293258"/>
              <a:gd name="connsiteY5" fmla="*/ 0 h 1049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93258" h="1049426">
                <a:moveTo>
                  <a:pt x="1146629" y="0"/>
                </a:moveTo>
                <a:cubicBezTo>
                  <a:pt x="1206686" y="0"/>
                  <a:pt x="1266742" y="22911"/>
                  <a:pt x="1312564" y="68733"/>
                </a:cubicBezTo>
                <a:lnTo>
                  <a:pt x="2293258" y="1049426"/>
                </a:lnTo>
                <a:lnTo>
                  <a:pt x="0" y="1049426"/>
                </a:lnTo>
                <a:lnTo>
                  <a:pt x="980694" y="68733"/>
                </a:lnTo>
                <a:cubicBezTo>
                  <a:pt x="1026516" y="22911"/>
                  <a:pt x="1086572" y="0"/>
                  <a:pt x="1146629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BCCD400-5AC0-46BA-AF0D-532EA062D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739184" cy="2840643"/>
          </a:xfrm>
          <a:custGeom>
            <a:avLst/>
            <a:gdLst>
              <a:gd name="connsiteX0" fmla="*/ 0 w 2739184"/>
              <a:gd name="connsiteY0" fmla="*/ 0 h 2840643"/>
              <a:gd name="connsiteX1" fmla="*/ 2501897 w 2739184"/>
              <a:gd name="connsiteY1" fmla="*/ 0 h 2840643"/>
              <a:gd name="connsiteX2" fmla="*/ 2619703 w 2739184"/>
              <a:gd name="connsiteY2" fmla="*/ 117806 h 2840643"/>
              <a:gd name="connsiteX3" fmla="*/ 2619703 w 2739184"/>
              <a:gd name="connsiteY3" fmla="*/ 694710 h 2840643"/>
              <a:gd name="connsiteX4" fmla="*/ 593251 w 2739184"/>
              <a:gd name="connsiteY4" fmla="*/ 2721162 h 2840643"/>
              <a:gd name="connsiteX5" fmla="*/ 16347 w 2739184"/>
              <a:gd name="connsiteY5" fmla="*/ 2721162 h 2840643"/>
              <a:gd name="connsiteX6" fmla="*/ 0 w 2739184"/>
              <a:gd name="connsiteY6" fmla="*/ 2704815 h 2840643"/>
              <a:gd name="connsiteX7" fmla="*/ 0 w 2739184"/>
              <a:gd name="connsiteY7" fmla="*/ 0 h 2840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739184" h="2840643">
                <a:moveTo>
                  <a:pt x="0" y="0"/>
                </a:moveTo>
                <a:lnTo>
                  <a:pt x="2501897" y="0"/>
                </a:lnTo>
                <a:lnTo>
                  <a:pt x="2619703" y="117806"/>
                </a:lnTo>
                <a:cubicBezTo>
                  <a:pt x="2779011" y="277113"/>
                  <a:pt x="2779011" y="535403"/>
                  <a:pt x="2619703" y="694710"/>
                </a:cubicBezTo>
                <a:lnTo>
                  <a:pt x="593251" y="2721162"/>
                </a:lnTo>
                <a:cubicBezTo>
                  <a:pt x="433944" y="2880470"/>
                  <a:pt x="175654" y="2880470"/>
                  <a:pt x="16347" y="2721162"/>
                </a:cubicBezTo>
                <a:lnTo>
                  <a:pt x="0" y="2704815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020D1C37-27ED-4160-AE67-E6F23CD5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1</a:t>
            </a:r>
          </a:p>
        </p:txBody>
      </p:sp>
    </p:spTree>
    <p:extLst>
      <p:ext uri="{BB962C8B-B14F-4D97-AF65-F5344CB8AC3E}">
        <p14:creationId xmlns:p14="http://schemas.microsoft.com/office/powerpoint/2010/main" val="31059401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83">
            <a:extLst>
              <a:ext uri="{FF2B5EF4-FFF2-40B4-BE49-F238E27FC236}">
                <a16:creationId xmlns:a16="http://schemas.microsoft.com/office/drawing/2014/main" id="{5517C826-C471-4169-9892-EEBF4B4D86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4800" y="1687232"/>
            <a:ext cx="4450492" cy="4019087"/>
          </a:xfrm>
          <a:prstGeom prst="rect">
            <a:avLst/>
          </a:prstGeom>
          <a:pattFill prst="dotDmnd">
            <a:fgClr>
              <a:srgbClr val="006600"/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581D706E-E15A-45F0-9055-C455145F0A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4063222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228B89D6-D457-43D1-99F9-B86C5647A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5251216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16FB6B7-1CB4-4813-99A3-137C82BE1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35760" y="2896894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50DE9D8-FD82-4684-9ED8-826B4EC01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60775" y="1687232"/>
            <a:ext cx="6101297" cy="711023"/>
          </a:xfrm>
          <a:prstGeom prst="roundRect">
            <a:avLst>
              <a:gd name="adj" fmla="val 50000"/>
            </a:avLst>
          </a:prstGeom>
          <a:solidFill>
            <a:srgbClr val="0033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D0B643-7A91-4DF8-A7B1-B57A95B3E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3300"/>
                </a:solidFill>
              </a:rPr>
              <a:t>Steps and Tools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76851-FE21-4646-98F0-F5FC65E0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50806-BABF-4915-9689-3B9956D1C75C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8217AA4-5B01-4C74-81C0-F0B9128B6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>
            <a:off x="2200362" y="3293348"/>
            <a:ext cx="4876887" cy="80685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77800" dist="50800" dir="10800000" algn="r" rotWithShape="0">
              <a:prstClr val="black">
                <a:alpha val="1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TextBox 47">
            <a:extLst>
              <a:ext uri="{FF2B5EF4-FFF2-40B4-BE49-F238E27FC236}">
                <a16:creationId xmlns:a16="http://schemas.microsoft.com/office/drawing/2014/main" id="{0ABCF938-7F69-41DA-A492-F98171623883}"/>
              </a:ext>
            </a:extLst>
          </p:cNvPr>
          <p:cNvSpPr txBox="1"/>
          <p:nvPr/>
        </p:nvSpPr>
        <p:spPr>
          <a:xfrm>
            <a:off x="5591630" y="1764703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Exploratory Data Analysis in Python using ydata profiling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1A4FE373-17BB-493F-A361-B12440813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1755645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3" name="TextBox 47">
            <a:extLst>
              <a:ext uri="{FF2B5EF4-FFF2-40B4-BE49-F238E27FC236}">
                <a16:creationId xmlns:a16="http://schemas.microsoft.com/office/drawing/2014/main" id="{939B7CC5-439E-403C-9383-8988F3AAD7AF}"/>
              </a:ext>
            </a:extLst>
          </p:cNvPr>
          <p:cNvSpPr txBox="1"/>
          <p:nvPr/>
        </p:nvSpPr>
        <p:spPr>
          <a:xfrm>
            <a:off x="5591630" y="2954785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Exploratory Data Analysis using scatter plots in Python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5ECD4C0-D89D-49E9-AC09-4F34CDD54E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2945726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5" name="TextBox 47">
            <a:extLst>
              <a:ext uri="{FF2B5EF4-FFF2-40B4-BE49-F238E27FC236}">
                <a16:creationId xmlns:a16="http://schemas.microsoft.com/office/drawing/2014/main" id="{BBF4A77D-999A-446C-A470-A09EABC1CB5F}"/>
              </a:ext>
            </a:extLst>
          </p:cNvPr>
          <p:cNvSpPr txBox="1"/>
          <p:nvPr/>
        </p:nvSpPr>
        <p:spPr>
          <a:xfrm>
            <a:off x="5591630" y="4144844"/>
            <a:ext cx="3989558" cy="553998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Predictive modelling and comparison of key metrics in Python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9C20A2B-9E5F-4699-B7E0-C92C4B4C1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4135786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67" name="TextBox 47">
            <a:extLst>
              <a:ext uri="{FF2B5EF4-FFF2-40B4-BE49-F238E27FC236}">
                <a16:creationId xmlns:a16="http://schemas.microsoft.com/office/drawing/2014/main" id="{5CB8E5D9-5AB2-4AEE-973D-2AB9CE05AF2D}"/>
              </a:ext>
            </a:extLst>
          </p:cNvPr>
          <p:cNvSpPr txBox="1"/>
          <p:nvPr/>
        </p:nvSpPr>
        <p:spPr>
          <a:xfrm>
            <a:off x="5616644" y="5429629"/>
            <a:ext cx="3989558" cy="276999"/>
          </a:xfrm>
          <a:prstGeom prst="rect">
            <a:avLst/>
          </a:prstGeom>
          <a:noFill/>
          <a:ln w="6350">
            <a:noFill/>
            <a:prstDash val="dash"/>
          </a:ln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Discussion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83DF543E-D479-4828-BA2F-2A24D956B7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92637" y="5323352"/>
            <a:ext cx="572112" cy="57211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3E7271-615C-C5AB-5148-534B449B2599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877929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7CB34685-6233-45F0-A804-08BC09D44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423C20-1292-4E82-10B2-D07AA63449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78" t="6535" r="10438" b="3128"/>
          <a:stretch/>
        </p:blipFill>
        <p:spPr>
          <a:xfrm>
            <a:off x="6001846" y="1665490"/>
            <a:ext cx="5276841" cy="419759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8E6BE457-2D55-F173-21EC-A3A4D95195F8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EDA in python using ydata profiling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49DDE0AC-9A78-B48A-83E4-996776EC2D06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3</a:t>
            </a:fld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670710-CD11-B4B5-6341-5E836AD3A5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7328632"/>
              </p:ext>
            </p:extLst>
          </p:nvPr>
        </p:nvGraphicFramePr>
        <p:xfrm>
          <a:off x="819028" y="1795401"/>
          <a:ext cx="5043814" cy="2722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1907">
                  <a:extLst>
                    <a:ext uri="{9D8B030D-6E8A-4147-A177-3AD203B41FA5}">
                      <a16:colId xmlns:a16="http://schemas.microsoft.com/office/drawing/2014/main" val="2101734425"/>
                    </a:ext>
                  </a:extLst>
                </a:gridCol>
                <a:gridCol w="2521907">
                  <a:extLst>
                    <a:ext uri="{9D8B030D-6E8A-4147-A177-3AD203B41FA5}">
                      <a16:colId xmlns:a16="http://schemas.microsoft.com/office/drawing/2014/main" val="25625972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Number of Variables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7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2291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No. of </a:t>
                      </a:r>
                      <a:r>
                        <a:rPr lang="en-GB" sz="1600" dirty="0">
                          <a:solidFill>
                            <a:srgbClr val="404040"/>
                          </a:solidFill>
                        </a:rPr>
                        <a:t>Observation</a:t>
                      </a:r>
                      <a:endParaRPr lang="en-ZA" sz="160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1338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7138603"/>
                  </a:ext>
                </a:extLst>
              </a:tr>
              <a:tr h="279772">
                <a:tc>
                  <a:txBody>
                    <a:bodyPr/>
                    <a:lstStyle/>
                    <a:p>
                      <a:r>
                        <a:rPr lang="en-GB" sz="1600" dirty="0"/>
                        <a:t>Missing Values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0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3506650"/>
                  </a:ext>
                </a:extLst>
              </a:tr>
              <a:tr h="279772">
                <a:tc>
                  <a:txBody>
                    <a:bodyPr/>
                    <a:lstStyle/>
                    <a:p>
                      <a:endParaRPr lang="en-GB" sz="1600" dirty="0"/>
                    </a:p>
                    <a:p>
                      <a:r>
                        <a:rPr lang="en-GB" sz="1600" dirty="0"/>
                        <a:t>Variables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Age, Sex, BMI, Children, Smoker Status, Region, Charges</a:t>
                      </a:r>
                      <a:endParaRPr lang="en-ZA" sz="1600" dirty="0"/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9315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GB" sz="1600" dirty="0"/>
                    </a:p>
                    <a:p>
                      <a:r>
                        <a:rPr lang="en-GB" sz="1600" dirty="0"/>
                        <a:t>Variable Types</a:t>
                      </a:r>
                      <a:endParaRPr lang="en-ZA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600" dirty="0"/>
                        <a:t>4 Numeric</a:t>
                      </a:r>
                    </a:p>
                    <a:p>
                      <a:r>
                        <a:rPr lang="en-ZA" sz="1600" dirty="0"/>
                        <a:t>2 Categorical</a:t>
                      </a:r>
                    </a:p>
                    <a:p>
                      <a:r>
                        <a:rPr lang="en-ZA" sz="1600" dirty="0"/>
                        <a:t>1 Boolean</a:t>
                      </a:r>
                    </a:p>
                  </a:txBody>
                  <a:tcPr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4748968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C5B2E0-8051-8F8A-335D-CAF46C1D5957}"/>
              </a:ext>
            </a:extLst>
          </p:cNvPr>
          <p:cNvSpPr txBox="1"/>
          <p:nvPr/>
        </p:nvSpPr>
        <p:spPr>
          <a:xfrm>
            <a:off x="6348003" y="1194827"/>
            <a:ext cx="45845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003300"/>
                </a:solidFill>
              </a:rPr>
              <a:t>Heatmap of Correlations</a:t>
            </a:r>
            <a:endParaRPr lang="en-ZA" sz="2000" dirty="0">
              <a:solidFill>
                <a:srgbClr val="0033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0A9861-DE23-9401-2B48-00358C5F51FB}"/>
              </a:ext>
            </a:extLst>
          </p:cNvPr>
          <p:cNvSpPr txBox="1"/>
          <p:nvPr/>
        </p:nvSpPr>
        <p:spPr>
          <a:xfrm>
            <a:off x="1045027" y="1194827"/>
            <a:ext cx="45845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003300"/>
                </a:solidFill>
              </a:rPr>
              <a:t>Dataset statistics</a:t>
            </a:r>
            <a:endParaRPr lang="en-ZA" sz="2000" dirty="0">
              <a:solidFill>
                <a:srgbClr val="003300"/>
              </a:solidFill>
            </a:endParaRPr>
          </a:p>
        </p:txBody>
      </p:sp>
      <p:sp>
        <p:nvSpPr>
          <p:cNvPr id="19" name="Rectangle: Diagonal Corners Rounded 18">
            <a:extLst>
              <a:ext uri="{FF2B5EF4-FFF2-40B4-BE49-F238E27FC236}">
                <a16:creationId xmlns:a16="http://schemas.microsoft.com/office/drawing/2014/main" id="{5FA9AA9A-F4DE-7D71-81EB-BE21C8529573}"/>
              </a:ext>
            </a:extLst>
          </p:cNvPr>
          <p:cNvSpPr/>
          <p:nvPr/>
        </p:nvSpPr>
        <p:spPr>
          <a:xfrm>
            <a:off x="815383" y="4788310"/>
            <a:ext cx="5043814" cy="1546953"/>
          </a:xfrm>
          <a:prstGeom prst="round2DiagRect">
            <a:avLst/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Given the high quality of the data, preprocessing was not required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All predictor variables are positively correlated with charges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Strongest positive correlation between medical charges and smoker status (0.832), followed by age (0.534), no. of children (0.133) and BMI (0.119)</a:t>
            </a:r>
            <a:endParaRPr lang="en-ZA" sz="1400" dirty="0">
              <a:solidFill>
                <a:srgbClr val="0033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D145CF-0200-57BC-75FF-A66BF4D82507}"/>
              </a:ext>
            </a:extLst>
          </p:cNvPr>
          <p:cNvSpPr txBox="1"/>
          <p:nvPr/>
        </p:nvSpPr>
        <p:spPr>
          <a:xfrm>
            <a:off x="6001846" y="6517073"/>
            <a:ext cx="50431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Complete output from the ydata profiling can be accessed </a:t>
            </a:r>
            <a:r>
              <a:rPr lang="en-GB" sz="1200" dirty="0">
                <a:hlinkClick r:id="rId4"/>
              </a:rPr>
              <a:t>here</a:t>
            </a:r>
            <a:endParaRPr lang="en-ZA" sz="12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5C484D9-D63F-E4F7-B03D-4EAE936CBB1A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044100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90BCB-4667-2490-3FB3-ECCA88EF9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9498FDBC-B90B-EFA0-466C-3D8EBC7D0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6E0D07F-6307-6051-1D27-B9D62EBF7A0A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Scatter plot Analysis in python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6EE4E060-A9A3-E325-0B14-4DF413F360B2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6D6059-2860-7DDA-F886-9C430ED0E98C}"/>
              </a:ext>
            </a:extLst>
          </p:cNvPr>
          <p:cNvSpPr txBox="1"/>
          <p:nvPr/>
        </p:nvSpPr>
        <p:spPr>
          <a:xfrm>
            <a:off x="6348003" y="1235716"/>
            <a:ext cx="458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3300"/>
                </a:solidFill>
              </a:rPr>
              <a:t>Plots for region and smoker status of policyholder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C3BE1-A53D-1046-47A7-E890C904D214}"/>
              </a:ext>
            </a:extLst>
          </p:cNvPr>
          <p:cNvSpPr txBox="1"/>
          <p:nvPr/>
        </p:nvSpPr>
        <p:spPr>
          <a:xfrm>
            <a:off x="1045027" y="1235716"/>
            <a:ext cx="4584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3300"/>
                </a:solidFill>
              </a:rPr>
              <a:t>Plots for the age, BMI, number of children, and sex of policyholder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6DB2D3B-3740-34BD-E180-203CF15D66E4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CE4BBC-0CD1-963B-453F-574E97676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567" y="1902713"/>
            <a:ext cx="4724985" cy="356369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416C8DD-7EDA-1C63-B2E8-2803A60AD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7573" y="1902411"/>
            <a:ext cx="4725385" cy="35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2AAA4A04-8863-64A5-40A3-AFF6864E10B4}"/>
              </a:ext>
            </a:extLst>
          </p:cNvPr>
          <p:cNvSpPr/>
          <p:nvPr/>
        </p:nvSpPr>
        <p:spPr>
          <a:xfrm>
            <a:off x="1406011" y="5548633"/>
            <a:ext cx="9379975" cy="871832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Slightly linear relationships between charges and age as well as BMI, but with a lot of noise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No significant patterns for sex and region, charges seem to decrease with increasing number of children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Smokers generally have higher medical insurance charges than non-smokers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B40A5C-3316-7FA6-84B7-73D64BD3B0A1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5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1781146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BD5E-D129-BA94-7264-7EE219886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63C3D6E-FC44-5CDD-806A-43089B36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250DA4D-5F47-C39B-DB4C-1DD4FC3FB9F5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9971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and comparison of key metrics in Python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B4ED97A7-92D9-DC6A-5782-C3EA01EF1255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6480B4-FA50-EC7F-DDF9-6DA09493B546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5FC38F1A-160A-5218-1EB4-5DCEB71D80A1}"/>
              </a:ext>
            </a:extLst>
          </p:cNvPr>
          <p:cNvSpPr/>
          <p:nvPr/>
        </p:nvSpPr>
        <p:spPr>
          <a:xfrm>
            <a:off x="1361765" y="5527351"/>
            <a:ext cx="9468466" cy="871832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Machine learning models outperform linear and penalised linear models across all metrics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Significant drop in predictive performance for Random Forest and </a:t>
            </a:r>
            <a:r>
              <a:rPr lang="en-GB" sz="1400" dirty="0" err="1">
                <a:solidFill>
                  <a:srgbClr val="003300"/>
                </a:solidFill>
              </a:rPr>
              <a:t>XGBoost</a:t>
            </a:r>
            <a:r>
              <a:rPr lang="en-GB" sz="1400" dirty="0">
                <a:solidFill>
                  <a:srgbClr val="003300"/>
                </a:solidFill>
              </a:rPr>
              <a:t> on the test dataset, suggesting overfitting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Gradient Boosting performs the best on the test dataset and has the lowest drop in predictive power for ML models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5673460-45CD-B53A-B759-B1D6219CB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057573"/>
              </p:ext>
            </p:extLst>
          </p:nvPr>
        </p:nvGraphicFramePr>
        <p:xfrm>
          <a:off x="1406011" y="1706748"/>
          <a:ext cx="9379975" cy="3712546"/>
        </p:xfrm>
        <a:graphic>
          <a:graphicData uri="http://schemas.openxmlformats.org/drawingml/2006/table">
            <a:tbl>
              <a:tblPr/>
              <a:tblGrid>
                <a:gridCol w="1875995">
                  <a:extLst>
                    <a:ext uri="{9D8B030D-6E8A-4147-A177-3AD203B41FA5}">
                      <a16:colId xmlns:a16="http://schemas.microsoft.com/office/drawing/2014/main" val="143265576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3587731687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2120407821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1920647192"/>
                    </a:ext>
                  </a:extLst>
                </a:gridCol>
                <a:gridCol w="1875995">
                  <a:extLst>
                    <a:ext uri="{9D8B030D-6E8A-4147-A177-3AD203B41FA5}">
                      <a16:colId xmlns:a16="http://schemas.microsoft.com/office/drawing/2014/main" val="2248990698"/>
                    </a:ext>
                  </a:extLst>
                </a:gridCol>
              </a:tblGrid>
              <a:tr h="424291"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ZA" sz="1600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0" dirty="0">
                          <a:solidFill>
                            <a:srgbClr val="404040"/>
                          </a:solidFill>
                          <a:effectLst/>
                        </a:rPr>
                        <a:t>Training</a:t>
                      </a:r>
                      <a:endParaRPr lang="en-ZA" sz="1600" b="0" dirty="0">
                        <a:solidFill>
                          <a:srgbClr val="404040"/>
                        </a:solidFill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ZA" b="1" dirty="0">
                        <a:effectLst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sz="1600" b="0" dirty="0">
                          <a:solidFill>
                            <a:srgbClr val="404040"/>
                          </a:solidFill>
                        </a:rPr>
                        <a:t>Testing</a:t>
                      </a:r>
                      <a:endParaRPr lang="en-ZA" sz="1600" b="0" dirty="0">
                        <a:solidFill>
                          <a:srgbClr val="404040"/>
                        </a:solidFill>
                      </a:endParaRP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>
                        <a:buNone/>
                      </a:pPr>
                      <a:endParaRPr lang="en-ZA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64223"/>
                  </a:ext>
                </a:extLst>
              </a:tr>
              <a:tr h="742509">
                <a:tc>
                  <a:txBody>
                    <a:bodyPr/>
                    <a:lstStyle/>
                    <a:p>
                      <a:pPr algn="r">
                        <a:buNone/>
                      </a:pPr>
                      <a:br>
                        <a:rPr lang="en-ZA" sz="1600" b="1" dirty="0">
                          <a:effectLst/>
                        </a:rPr>
                      </a:br>
                      <a:endParaRPr lang="en-ZA" sz="1600" b="1" dirty="0">
                        <a:effectLst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RMSE (Train)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R² (Train)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RMSE 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R²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48507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Linear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6105.5510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5796.3207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78.36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33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528192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Ridge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6105.6127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5798.3071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482743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Lasso Regression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6105.5534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74.17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5797.0984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78.35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217417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Random Forest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1872.4694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97.57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4621.3033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86.24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07299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Gradient Boosting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3804.2402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89.97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4329.3581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87.93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456276"/>
                  </a:ext>
                </a:extLst>
              </a:tr>
              <a:tr h="424291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XGBoost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>
                          <a:solidFill>
                            <a:srgbClr val="404040"/>
                          </a:solidFill>
                          <a:effectLst/>
                        </a:rPr>
                        <a:t>850.6283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99.50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4761.0498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ZA" sz="1600" b="0" dirty="0">
                          <a:solidFill>
                            <a:srgbClr val="404040"/>
                          </a:solidFill>
                          <a:effectLst/>
                        </a:rPr>
                        <a:t>85.40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403932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F542A6-6AE4-4567-D2F1-60070EED0402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87908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7A34D-FF76-BD14-44C1-98870C5BA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91E156F-109E-A32C-84AB-531DC7918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36A591B-1B31-5E69-2F4C-C5053D3BF290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– Gradient Boosting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2C81A54E-4E04-2CB2-D1A2-D0105D87D1DD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301FC2-0639-7381-2DC0-DCDF8894B4FB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Rectangle: Diagonal Corners Rounded 9">
            <a:extLst>
              <a:ext uri="{FF2B5EF4-FFF2-40B4-BE49-F238E27FC236}">
                <a16:creationId xmlns:a16="http://schemas.microsoft.com/office/drawing/2014/main" id="{28999984-8F23-749E-6D21-585E4DCDFDE9}"/>
              </a:ext>
            </a:extLst>
          </p:cNvPr>
          <p:cNvSpPr/>
          <p:nvPr/>
        </p:nvSpPr>
        <p:spPr>
          <a:xfrm>
            <a:off x="7394744" y="2074607"/>
            <a:ext cx="4403966" cy="3460954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Increasing the number of boosting iterations beyond the default (100) does not minimise the mean squared error further for predictions on the test set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Through trial and error, the parameters that minimised the root mean squared error and maximised the coefficient of determination (</a:t>
            </a:r>
            <a:r>
              <a:rPr lang="en-ZA" sz="1400" dirty="0">
                <a:solidFill>
                  <a:srgbClr val="404040"/>
                </a:solidFill>
              </a:rPr>
              <a:t>R²):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N estimators: 300,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Max depth: 3,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Min samples split: 2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sz="1400" dirty="0">
                <a:solidFill>
                  <a:srgbClr val="404040"/>
                </a:solidFill>
              </a:rPr>
              <a:t>Learning rate: 0.1</a:t>
            </a:r>
            <a:endParaRPr lang="en-GB" sz="1400" dirty="0">
              <a:solidFill>
                <a:srgbClr val="0033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The resulting </a:t>
            </a:r>
            <a:r>
              <a:rPr lang="en-ZA" sz="1400" dirty="0">
                <a:solidFill>
                  <a:srgbClr val="404040"/>
                </a:solidFill>
              </a:rPr>
              <a:t>R² (88.04) is not much higher than the previous R² (87.93).</a:t>
            </a:r>
            <a:endParaRPr lang="en-ZA" sz="1400" dirty="0">
              <a:solidFill>
                <a:srgbClr val="003300"/>
              </a:solidFill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CE98A47-6A66-00B3-C67F-A0010E313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90" y="1447775"/>
            <a:ext cx="6664427" cy="497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0A0FAC4-2E7C-1909-F28C-115C3135F98A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4"/>
              </a:rPr>
              <a:t>here</a:t>
            </a:r>
            <a:endParaRPr lang="en-ZA" sz="1200" dirty="0"/>
          </a:p>
        </p:txBody>
      </p:sp>
    </p:spTree>
    <p:extLst>
      <p:ext uri="{BB962C8B-B14F-4D97-AF65-F5344CB8AC3E}">
        <p14:creationId xmlns:p14="http://schemas.microsoft.com/office/powerpoint/2010/main" val="1951697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ECEF1-CA58-B826-AFD1-AE0D3C8C8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F92B7D5-46E2-62FC-A1F9-640371B22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10961F5-F329-6E6A-6187-1BD7389CB125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Predictive modelling – Gradient Boosting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5E567844-EA46-F61E-FD51-2C1F4FFB6E1E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2173AF-823B-D356-9165-51BCC7F06AC5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881488-A384-8B87-9D34-B405BD9DAD77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59FF992-DFEF-855B-892E-8CCBF0AE1B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5" t="-17518" r="-3310" b="-696"/>
          <a:stretch>
            <a:fillRect/>
          </a:stretch>
        </p:blipFill>
        <p:spPr bwMode="auto">
          <a:xfrm>
            <a:off x="399933" y="772036"/>
            <a:ext cx="8895332" cy="512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Diagonal Corners Rounded 2">
            <a:extLst>
              <a:ext uri="{FF2B5EF4-FFF2-40B4-BE49-F238E27FC236}">
                <a16:creationId xmlns:a16="http://schemas.microsoft.com/office/drawing/2014/main" id="{DF0E0572-C4BE-D9BB-1D5A-41ABDE1D29A0}"/>
              </a:ext>
            </a:extLst>
          </p:cNvPr>
          <p:cNvSpPr/>
          <p:nvPr/>
        </p:nvSpPr>
        <p:spPr>
          <a:xfrm>
            <a:off x="9331521" y="2330245"/>
            <a:ext cx="2628286" cy="2536724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Smoker status, BMI, age, and number of children are the strongest descriptive features in the model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Region and sex of the policyholder have less predictive power</a:t>
            </a:r>
          </a:p>
        </p:txBody>
      </p:sp>
    </p:spTree>
    <p:extLst>
      <p:ext uri="{BB962C8B-B14F-4D97-AF65-F5344CB8AC3E}">
        <p14:creationId xmlns:p14="http://schemas.microsoft.com/office/powerpoint/2010/main" val="2402745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00455-19B0-C9C2-6552-486364D91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84CB21F-5450-409F-A51C-FA5FD296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6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F14E32D-FD3A-A971-48CD-9B37C2422E76}"/>
              </a:ext>
            </a:extLst>
          </p:cNvPr>
          <p:cNvSpPr txBox="1">
            <a:spLocks/>
          </p:cNvSpPr>
          <p:nvPr/>
        </p:nvSpPr>
        <p:spPr>
          <a:xfrm>
            <a:off x="482666" y="522737"/>
            <a:ext cx="11226667" cy="4985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003300"/>
                </a:solidFill>
              </a:rPr>
              <a:t>Discussion</a:t>
            </a:r>
          </a:p>
        </p:txBody>
      </p:sp>
      <p:sp>
        <p:nvSpPr>
          <p:cNvPr id="59" name="Slide Number Placeholder 3">
            <a:extLst>
              <a:ext uri="{FF2B5EF4-FFF2-40B4-BE49-F238E27FC236}">
                <a16:creationId xmlns:a16="http://schemas.microsoft.com/office/drawing/2014/main" id="{739D5AAE-042F-6F25-EDD8-B7365E35B2A9}"/>
              </a:ext>
            </a:extLst>
          </p:cNvPr>
          <p:cNvSpPr txBox="1">
            <a:spLocks/>
          </p:cNvSpPr>
          <p:nvPr/>
        </p:nvSpPr>
        <p:spPr>
          <a:xfrm>
            <a:off x="11677650" y="589475"/>
            <a:ext cx="419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FD50806-BABF-4915-9689-3B9956D1C75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8FA17B-1B6F-35B4-B277-17E52F88F70B}"/>
              </a:ext>
            </a:extLst>
          </p:cNvPr>
          <p:cNvSpPr/>
          <p:nvPr/>
        </p:nvSpPr>
        <p:spPr>
          <a:xfrm>
            <a:off x="206477" y="6507241"/>
            <a:ext cx="1327355" cy="276999"/>
          </a:xfrm>
          <a:prstGeom prst="rect">
            <a:avLst/>
          </a:prstGeom>
          <a:solidFill>
            <a:schemeClr val="accent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A7236A-BAF9-F0D7-8712-6DDD73952463}"/>
              </a:ext>
            </a:extLst>
          </p:cNvPr>
          <p:cNvSpPr txBox="1"/>
          <p:nvPr/>
        </p:nvSpPr>
        <p:spPr>
          <a:xfrm>
            <a:off x="8066623" y="6517073"/>
            <a:ext cx="22572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Full code can be accessed </a:t>
            </a:r>
            <a:r>
              <a:rPr lang="en-GB" sz="1200" dirty="0">
                <a:hlinkClick r:id="rId3"/>
              </a:rPr>
              <a:t>here</a:t>
            </a:r>
            <a:endParaRPr lang="en-ZA" sz="1200" dirty="0"/>
          </a:p>
        </p:txBody>
      </p:sp>
      <p:sp>
        <p:nvSpPr>
          <p:cNvPr id="3" name="Rectangle: Diagonal Corners Rounded 2">
            <a:extLst>
              <a:ext uri="{FF2B5EF4-FFF2-40B4-BE49-F238E27FC236}">
                <a16:creationId xmlns:a16="http://schemas.microsoft.com/office/drawing/2014/main" id="{F81EDC3F-FFD9-9170-7074-2A71E575CDA1}"/>
              </a:ext>
            </a:extLst>
          </p:cNvPr>
          <p:cNvSpPr/>
          <p:nvPr/>
        </p:nvSpPr>
        <p:spPr>
          <a:xfrm>
            <a:off x="5883471" y="1622322"/>
            <a:ext cx="5620271" cy="3824748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solidFill>
              <a:srgbClr val="0033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Exploratory data analysis revealed that all independent variables are positively correlated with medical insurance charges with smoker status showing the strongest correlation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The three ML models considered outperformed the linear and penalised linear regression models, producing the lowest RMSE values and the highest </a:t>
            </a:r>
            <a:r>
              <a:rPr lang="en-ZA" sz="1400" dirty="0">
                <a:solidFill>
                  <a:srgbClr val="404040"/>
                </a:solidFill>
              </a:rPr>
              <a:t>R² values</a:t>
            </a:r>
            <a:endParaRPr lang="en-GB" sz="1400" dirty="0">
              <a:solidFill>
                <a:srgbClr val="0033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ZA" sz="1400" dirty="0">
                <a:solidFill>
                  <a:srgbClr val="003300"/>
                </a:solidFill>
              </a:rPr>
              <a:t>Gradient Boosting performed the best on the test dataset and has the lowest drop in predictive power compared to Random Forest and XGBoost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Hyperparameter tuning only slightly improved the predictive power of the Gradient boosting model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GB" sz="1400" dirty="0">
                <a:solidFill>
                  <a:srgbClr val="003300"/>
                </a:solidFill>
              </a:rPr>
              <a:t>Smoker status, BMI, age, and number of children were the strongest descriptive features in the model while region and sex of the policyholder were the weakest descriptive features</a:t>
            </a:r>
          </a:p>
        </p:txBody>
      </p:sp>
      <p:pic>
        <p:nvPicPr>
          <p:cNvPr id="5126" name="Picture 6">
            <a:extLst>
              <a:ext uri="{FF2B5EF4-FFF2-40B4-BE49-F238E27FC236}">
                <a16:creationId xmlns:a16="http://schemas.microsoft.com/office/drawing/2014/main" id="{20B7AA21-5D94-11C5-06BD-F95554166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666" y="1261028"/>
            <a:ext cx="5092224" cy="5006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0335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C9681D9-380A-4EAF-91DB-E07432FF9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7999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4564789-A474-46BE-A2F2-4F27C6E39F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5D1319-7BD4-47DE-B3DF-55B655BB3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4167699" y="1500699"/>
            <a:ext cx="3856602" cy="3856602"/>
          </a:xfrm>
          <a:prstGeom prst="roundRect">
            <a:avLst>
              <a:gd name="adj" fmla="val 11080"/>
            </a:avLst>
          </a:prstGeom>
          <a:solidFill>
            <a:srgbClr val="0033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D3AC05-2DFE-4FEA-BD0F-67495472A283}"/>
              </a:ext>
            </a:extLst>
          </p:cNvPr>
          <p:cNvSpPr txBox="1"/>
          <p:nvPr/>
        </p:nvSpPr>
        <p:spPr>
          <a:xfrm>
            <a:off x="4443963" y="2274840"/>
            <a:ext cx="3304076" cy="230832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2C300DA-4EC9-46EA-916D-25BEDAE0F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3681074" y="4409266"/>
            <a:ext cx="1585044" cy="1585044"/>
          </a:xfrm>
          <a:prstGeom prst="roundRect">
            <a:avLst>
              <a:gd name="adj" fmla="val 11080"/>
            </a:avLst>
          </a:pr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DED9FB-5603-488F-827B-05F43B91C2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5424287" y="621132"/>
            <a:ext cx="1343428" cy="1343428"/>
          </a:xfrm>
          <a:prstGeom prst="roundRect">
            <a:avLst>
              <a:gd name="adj" fmla="val 11080"/>
            </a:avLst>
          </a:prstGeom>
          <a:solidFill>
            <a:srgbClr val="0033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AA70618-CDC0-4C13-8EE9-54ABCDECF7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99988" y="5809950"/>
            <a:ext cx="2096100" cy="1048050"/>
          </a:xfrm>
          <a:custGeom>
            <a:avLst/>
            <a:gdLst>
              <a:gd name="connsiteX0" fmla="*/ 1048050 w 2096100"/>
              <a:gd name="connsiteY0" fmla="*/ 0 h 1048050"/>
              <a:gd name="connsiteX1" fmla="*/ 1172234 w 2096100"/>
              <a:gd name="connsiteY1" fmla="*/ 51439 h 1048050"/>
              <a:gd name="connsiteX2" fmla="*/ 2044661 w 2096100"/>
              <a:gd name="connsiteY2" fmla="*/ 923866 h 1048050"/>
              <a:gd name="connsiteX3" fmla="*/ 2096100 w 2096100"/>
              <a:gd name="connsiteY3" fmla="*/ 1048050 h 1048050"/>
              <a:gd name="connsiteX4" fmla="*/ 0 w 2096100"/>
              <a:gd name="connsiteY4" fmla="*/ 1048050 h 1048050"/>
              <a:gd name="connsiteX5" fmla="*/ 51439 w 2096100"/>
              <a:gd name="connsiteY5" fmla="*/ 923866 h 1048050"/>
              <a:gd name="connsiteX6" fmla="*/ 923866 w 2096100"/>
              <a:gd name="connsiteY6" fmla="*/ 51439 h 1048050"/>
              <a:gd name="connsiteX7" fmla="*/ 1048050 w 2096100"/>
              <a:gd name="connsiteY7" fmla="*/ 0 h 10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6100" h="1048050">
                <a:moveTo>
                  <a:pt x="1048050" y="0"/>
                </a:moveTo>
                <a:cubicBezTo>
                  <a:pt x="1092996" y="0"/>
                  <a:pt x="1137942" y="17146"/>
                  <a:pt x="1172234" y="51439"/>
                </a:cubicBezTo>
                <a:lnTo>
                  <a:pt x="2044661" y="923866"/>
                </a:lnTo>
                <a:cubicBezTo>
                  <a:pt x="2078954" y="958158"/>
                  <a:pt x="2096100" y="1003104"/>
                  <a:pt x="2096100" y="1048050"/>
                </a:cubicBezTo>
                <a:lnTo>
                  <a:pt x="0" y="1048050"/>
                </a:lnTo>
                <a:cubicBezTo>
                  <a:pt x="0" y="1003104"/>
                  <a:pt x="17147" y="958158"/>
                  <a:pt x="51439" y="923866"/>
                </a:cubicBezTo>
                <a:lnTo>
                  <a:pt x="923866" y="51439"/>
                </a:lnTo>
                <a:cubicBezTo>
                  <a:pt x="958159" y="17146"/>
                  <a:pt x="1003104" y="0"/>
                  <a:pt x="1048050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D46C762C-2601-4280-8833-726D27D88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686076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rgbClr val="000000"/>
      </a:dk1>
      <a:lt1>
        <a:srgbClr val="FFFFFF"/>
      </a:lt1>
      <a:dk2>
        <a:srgbClr val="000073"/>
      </a:dk2>
      <a:lt2>
        <a:srgbClr val="FFE6E6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563C1"/>
      </a:hlink>
      <a:folHlink>
        <a:srgbClr val="954F72"/>
      </a:folHlink>
    </a:clrScheme>
    <a:fontScheme name="Modern 01">
      <a:majorFont>
        <a:latin typeface="Century Gothic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66676778_Dashboard, from 24Slides_SL_V1.pptx" id="{295C4539-006B-481B-BB49-AA6696014542}" vid="{08D33979-AB7E-4584-851D-4053B37BB9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1B0ABC2-BF39-4F70-A7AD-9DFBD1D2726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EC375F-F377-4CDC-ADF0-CC8811D177D6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661A1251-DA89-493A-8204-679220DD13D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Dashboard, from 24Slides</Template>
  <TotalTime>406</TotalTime>
  <Words>638</Words>
  <Application>Microsoft Office PowerPoint</Application>
  <PresentationFormat>Widescreen</PresentationFormat>
  <Paragraphs>126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Century Gothic</vt:lpstr>
      <vt:lpstr>Segoe UI Light</vt:lpstr>
      <vt:lpstr>Wingdings</vt:lpstr>
      <vt:lpstr>Office Theme</vt:lpstr>
      <vt:lpstr>Slide 1</vt:lpstr>
      <vt:lpstr>Steps and Tools</vt:lpstr>
      <vt:lpstr>Slide 6</vt:lpstr>
      <vt:lpstr>Slide 6</vt:lpstr>
      <vt:lpstr>Slide 6</vt:lpstr>
      <vt:lpstr>Slide 6</vt:lpstr>
      <vt:lpstr>Slide 6</vt:lpstr>
      <vt:lpstr>Slide 6</vt:lpstr>
      <vt:lpstr>Slide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Khethiwe Dlamini</dc:creator>
  <cp:lastModifiedBy>Khethiwe Dlamini</cp:lastModifiedBy>
  <cp:revision>1</cp:revision>
  <dcterms:created xsi:type="dcterms:W3CDTF">2023-12-06T10:21:52Z</dcterms:created>
  <dcterms:modified xsi:type="dcterms:W3CDTF">2026-02-25T17:07:23Z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