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61" r:id="rId7"/>
    <p:sldId id="270" r:id="rId8"/>
    <p:sldId id="271" r:id="rId9"/>
    <p:sldId id="272" r:id="rId10"/>
    <p:sldId id="273" r:id="rId11"/>
    <p:sldId id="274" r:id="rId12"/>
    <p:sldId id="275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3300"/>
    <a:srgbClr val="006600"/>
    <a:srgbClr val="CE295E"/>
    <a:srgbClr val="7F7F7F"/>
    <a:srgbClr val="F2F2F2"/>
    <a:srgbClr val="A6A6A6"/>
    <a:srgbClr val="BFBFBF"/>
    <a:srgbClr val="E37777"/>
    <a:srgbClr val="64A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7EA92-4A77-4A09-9F6F-BFDFE4AC3AFC}" v="16" dt="2026-03-02T09:46:18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6" y="306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thiwe Dlamini" userId="2bf6d97d3a4d60df" providerId="LiveId" clId="{9FC59950-DFEB-445E-8864-062B647CD92D}"/>
    <pc:docChg chg="undo custSel addSld delSld modSld">
      <pc:chgData name="Khethiwe Dlamini" userId="2bf6d97d3a4d60df" providerId="LiveId" clId="{9FC59950-DFEB-445E-8864-062B647CD92D}" dt="2026-03-02T09:37:59.853" v="4670" actId="20577"/>
      <pc:docMkLst>
        <pc:docMk/>
      </pc:docMkLst>
      <pc:sldChg chg="delSp modSp mod">
        <pc:chgData name="Khethiwe Dlamini" userId="2bf6d97d3a4d60df" providerId="LiveId" clId="{9FC59950-DFEB-445E-8864-062B647CD92D}" dt="2026-02-25T14:51:12.462" v="1224" actId="1038"/>
        <pc:sldMkLst>
          <pc:docMk/>
          <pc:sldMk cId="3105940131" sldId="256"/>
        </pc:sldMkLst>
        <pc:spChg chg="mod">
          <ac:chgData name="Khethiwe Dlamini" userId="2bf6d97d3a4d60df" providerId="LiveId" clId="{9FC59950-DFEB-445E-8864-062B647CD92D}" dt="2026-02-25T14:51:12.462" v="1224" actId="1038"/>
          <ac:spMkLst>
            <pc:docMk/>
            <pc:sldMk cId="3105940131" sldId="256"/>
            <ac:spMk id="12" creationId="{485D1319-7BD4-47DE-B3DF-55B655BB34C4}"/>
          </ac:spMkLst>
        </pc:spChg>
        <pc:spChg chg="mod">
          <ac:chgData name="Khethiwe Dlamini" userId="2bf6d97d3a4d60df" providerId="LiveId" clId="{9FC59950-DFEB-445E-8864-062B647CD92D}" dt="2026-02-25T14:49:16.691" v="1195" actId="207"/>
          <ac:spMkLst>
            <pc:docMk/>
            <pc:sldMk cId="3105940131" sldId="256"/>
            <ac:spMk id="20" creationId="{3A6B26EE-CB0C-4C1C-981C-B7972827533E}"/>
          </ac:spMkLst>
        </pc:spChg>
        <pc:grpChg chg="mod">
          <ac:chgData name="Khethiwe Dlamini" userId="2bf6d97d3a4d60df" providerId="LiveId" clId="{9FC59950-DFEB-445E-8864-062B647CD92D}" dt="2026-02-25T14:49:05.681" v="1192" actId="207"/>
          <ac:grpSpMkLst>
            <pc:docMk/>
            <pc:sldMk cId="3105940131" sldId="256"/>
            <ac:grpSpMk id="5" creationId="{2907CD1A-2477-48CA-8693-2133EA1C329A}"/>
          </ac:grpSpMkLst>
        </pc:grpChg>
      </pc:sldChg>
      <pc:sldChg chg="addSp delSp modSp mod">
        <pc:chgData name="Khethiwe Dlamini" userId="2bf6d97d3a4d60df" providerId="LiveId" clId="{9FC59950-DFEB-445E-8864-062B647CD92D}" dt="2026-02-25T15:48:37.198" v="1788"/>
        <pc:sldMkLst>
          <pc:docMk/>
          <pc:sldMk cId="877929975" sldId="258"/>
        </pc:sldMkLst>
        <pc:spChg chg="mod">
          <ac:chgData name="Khethiwe Dlamini" userId="2bf6d97d3a4d60df" providerId="LiveId" clId="{9FC59950-DFEB-445E-8864-062B647CD92D}" dt="2026-02-25T14:53:14.673" v="1238" actId="207"/>
          <ac:spMkLst>
            <pc:docMk/>
            <pc:sldMk cId="877929975" sldId="258"/>
            <ac:spMk id="2" creationId="{A3D0B643-7A91-4DF8-A7B1-B57A95B3E49A}"/>
          </ac:spMkLst>
        </pc:spChg>
        <pc:spChg chg="add mod">
          <ac:chgData name="Khethiwe Dlamini" userId="2bf6d97d3a4d60df" providerId="LiveId" clId="{9FC59950-DFEB-445E-8864-062B647CD92D}" dt="2026-02-25T15:48:37.198" v="1788"/>
          <ac:spMkLst>
            <pc:docMk/>
            <pc:sldMk cId="877929975" sldId="258"/>
            <ac:spMk id="5" creationId="{0C3E7271-615C-C5AB-5148-534B449B2599}"/>
          </ac:spMkLst>
        </pc:spChg>
        <pc:spChg chg="mod">
          <ac:chgData name="Khethiwe Dlamini" userId="2bf6d97d3a4d60df" providerId="LiveId" clId="{9FC59950-DFEB-445E-8864-062B647CD92D}" dt="2026-02-25T14:50:19.361" v="1201" actId="207"/>
          <ac:spMkLst>
            <pc:docMk/>
            <pc:sldMk cId="877929975" sldId="258"/>
            <ac:spMk id="54" creationId="{18217AA4-5B01-4C74-81C0-F0B9128B6845}"/>
          </ac:spMkLst>
        </pc:spChg>
        <pc:spChg chg="mod">
          <ac:chgData name="Khethiwe Dlamini" userId="2bf6d97d3a4d60df" providerId="LiveId" clId="{9FC59950-DFEB-445E-8864-062B647CD92D}" dt="2026-02-25T14:49:31.172" v="1196" actId="207"/>
          <ac:spMkLst>
            <pc:docMk/>
            <pc:sldMk cId="877929975" sldId="258"/>
            <ac:spMk id="56" creationId="{C50DE9D8-FD82-4684-9ED8-826B4EC01B44}"/>
          </ac:spMkLst>
        </pc:spChg>
        <pc:spChg chg="mod">
          <ac:chgData name="Khethiwe Dlamini" userId="2bf6d97d3a4d60df" providerId="LiveId" clId="{9FC59950-DFEB-445E-8864-062B647CD92D}" dt="2026-02-25T14:49:40.785" v="1198" actId="207"/>
          <ac:spMkLst>
            <pc:docMk/>
            <pc:sldMk cId="877929975" sldId="258"/>
            <ac:spMk id="57" creationId="{116FB6B7-1CB4-4813-99A3-137C82BE19D1}"/>
          </ac:spMkLst>
        </pc:spChg>
        <pc:spChg chg="mod">
          <ac:chgData name="Khethiwe Dlamini" userId="2bf6d97d3a4d60df" providerId="LiveId" clId="{9FC59950-DFEB-445E-8864-062B647CD92D}" dt="2026-02-25T14:49:45.369" v="1199" actId="207"/>
          <ac:spMkLst>
            <pc:docMk/>
            <pc:sldMk cId="877929975" sldId="258"/>
            <ac:spMk id="58" creationId="{581D706E-E15A-45F0-9055-C455145F0A7C}"/>
          </ac:spMkLst>
        </pc:spChg>
        <pc:spChg chg="mod">
          <ac:chgData name="Khethiwe Dlamini" userId="2bf6d97d3a4d60df" providerId="LiveId" clId="{9FC59950-DFEB-445E-8864-062B647CD92D}" dt="2026-02-25T14:49:49.427" v="1200" actId="207"/>
          <ac:spMkLst>
            <pc:docMk/>
            <pc:sldMk cId="877929975" sldId="258"/>
            <ac:spMk id="59" creationId="{228B89D6-D457-43D1-99F9-B86C5647AEB2}"/>
          </ac:spMkLst>
        </pc:spChg>
        <pc:spChg chg="mod">
          <ac:chgData name="Khethiwe Dlamini" userId="2bf6d97d3a4d60df" providerId="LiveId" clId="{9FC59950-DFEB-445E-8864-062B647CD92D}" dt="2026-02-25T12:59:29.087" v="251" actId="207"/>
          <ac:spMkLst>
            <pc:docMk/>
            <pc:sldMk cId="877929975" sldId="258"/>
            <ac:spMk id="61" creationId="{0ABCF938-7F69-41DA-A492-F98171623883}"/>
          </ac:spMkLst>
        </pc:spChg>
        <pc:spChg chg="mod">
          <ac:chgData name="Khethiwe Dlamini" userId="2bf6d97d3a4d60df" providerId="LiveId" clId="{9FC59950-DFEB-445E-8864-062B647CD92D}" dt="2026-02-25T12:20:28.298" v="121" actId="1038"/>
          <ac:spMkLst>
            <pc:docMk/>
            <pc:sldMk cId="877929975" sldId="258"/>
            <ac:spMk id="62" creationId="{1A4FE373-17BB-493F-A361-B12440813A1F}"/>
          </ac:spMkLst>
        </pc:spChg>
        <pc:spChg chg="mod">
          <ac:chgData name="Khethiwe Dlamini" userId="2bf6d97d3a4d60df" providerId="LiveId" clId="{9FC59950-DFEB-445E-8864-062B647CD92D}" dt="2026-02-25T12:20:39.347" v="123" actId="120"/>
          <ac:spMkLst>
            <pc:docMk/>
            <pc:sldMk cId="877929975" sldId="258"/>
            <ac:spMk id="63" creationId="{939B7CC5-439E-403C-9383-8988F3AAD7AF}"/>
          </ac:spMkLst>
        </pc:spChg>
        <pc:spChg chg="mod">
          <ac:chgData name="Khethiwe Dlamini" userId="2bf6d97d3a4d60df" providerId="LiveId" clId="{9FC59950-DFEB-445E-8864-062B647CD92D}" dt="2026-02-25T12:20:28.298" v="121" actId="1038"/>
          <ac:spMkLst>
            <pc:docMk/>
            <pc:sldMk cId="877929975" sldId="258"/>
            <ac:spMk id="64" creationId="{05ECD4C0-D89D-49E9-AC09-4F34CDD54EDB}"/>
          </ac:spMkLst>
        </pc:spChg>
        <pc:spChg chg="mod">
          <ac:chgData name="Khethiwe Dlamini" userId="2bf6d97d3a4d60df" providerId="LiveId" clId="{9FC59950-DFEB-445E-8864-062B647CD92D}" dt="2026-02-25T12:21:48.337" v="193" actId="20577"/>
          <ac:spMkLst>
            <pc:docMk/>
            <pc:sldMk cId="877929975" sldId="258"/>
            <ac:spMk id="65" creationId="{BBF4A77D-999A-446C-A470-A09EABC1CB5F}"/>
          </ac:spMkLst>
        </pc:spChg>
        <pc:spChg chg="mod">
          <ac:chgData name="Khethiwe Dlamini" userId="2bf6d97d3a4d60df" providerId="LiveId" clId="{9FC59950-DFEB-445E-8864-062B647CD92D}" dt="2026-02-25T12:20:28.298" v="121" actId="1038"/>
          <ac:spMkLst>
            <pc:docMk/>
            <pc:sldMk cId="877929975" sldId="258"/>
            <ac:spMk id="66" creationId="{B9C20A2B-9E5F-4699-B7E0-C92C4B4C11C6}"/>
          </ac:spMkLst>
        </pc:spChg>
        <pc:spChg chg="mod">
          <ac:chgData name="Khethiwe Dlamini" userId="2bf6d97d3a4d60df" providerId="LiveId" clId="{9FC59950-DFEB-445E-8864-062B647CD92D}" dt="2026-02-25T12:22:01.950" v="209" actId="20577"/>
          <ac:spMkLst>
            <pc:docMk/>
            <pc:sldMk cId="877929975" sldId="258"/>
            <ac:spMk id="67" creationId="{5CB8E5D9-5AB2-4AEE-973D-2AB9CE05AF2D}"/>
          </ac:spMkLst>
        </pc:spChg>
        <pc:spChg chg="mod">
          <ac:chgData name="Khethiwe Dlamini" userId="2bf6d97d3a4d60df" providerId="LiveId" clId="{9FC59950-DFEB-445E-8864-062B647CD92D}" dt="2026-02-25T14:50:37.644" v="1212" actId="207"/>
          <ac:spMkLst>
            <pc:docMk/>
            <pc:sldMk cId="877929975" sldId="258"/>
            <ac:spMk id="84" creationId="{5517C826-C471-4169-9892-EEBF4B4D8645}"/>
          </ac:spMkLst>
        </pc:spChg>
      </pc:sldChg>
      <pc:sldChg chg="addSp delSp modSp mod modNotesTx">
        <pc:chgData name="Khethiwe Dlamini" userId="2bf6d97d3a4d60df" providerId="LiveId" clId="{9FC59950-DFEB-445E-8864-062B647CD92D}" dt="2026-02-26T09:27:19.516" v="4619" actId="20577"/>
        <pc:sldMkLst>
          <pc:docMk/>
          <pc:sldMk cId="2044100319" sldId="261"/>
        </pc:sldMkLst>
        <pc:spChg chg="mod">
          <ac:chgData name="Khethiwe Dlamini" userId="2bf6d97d3a4d60df" providerId="LiveId" clId="{9FC59950-DFEB-445E-8864-062B647CD92D}" dt="2026-02-25T14:53:59.990" v="1241" actId="1076"/>
          <ac:spMkLst>
            <pc:docMk/>
            <pc:sldMk cId="2044100319" sldId="261"/>
            <ac:spMk id="5" creationId="{8E6BE457-2D55-F173-21EC-A3A4D95195F8}"/>
          </ac:spMkLst>
        </pc:spChg>
        <pc:spChg chg="add del mod">
          <ac:chgData name="Khethiwe Dlamini" userId="2bf6d97d3a4d60df" providerId="LiveId" clId="{9FC59950-DFEB-445E-8864-062B647CD92D}" dt="2026-02-25T14:58:14.470" v="1271" actId="404"/>
          <ac:spMkLst>
            <pc:docMk/>
            <pc:sldMk cId="2044100319" sldId="261"/>
            <ac:spMk id="8" creationId="{4DC5B2E0-8051-8F8A-335D-CAF46C1D5957}"/>
          </ac:spMkLst>
        </pc:spChg>
        <pc:spChg chg="add mod">
          <ac:chgData name="Khethiwe Dlamini" userId="2bf6d97d3a4d60df" providerId="LiveId" clId="{9FC59950-DFEB-445E-8864-062B647CD92D}" dt="2026-02-25T14:58:10.716" v="1270" actId="404"/>
          <ac:spMkLst>
            <pc:docMk/>
            <pc:sldMk cId="2044100319" sldId="261"/>
            <ac:spMk id="17" creationId="{470A9861-DE23-9401-2B48-00358C5F51FB}"/>
          </ac:spMkLst>
        </pc:spChg>
        <pc:spChg chg="add mod">
          <ac:chgData name="Khethiwe Dlamini" userId="2bf6d97d3a4d60df" providerId="LiveId" clId="{9FC59950-DFEB-445E-8864-062B647CD92D}" dt="2026-02-26T09:27:19.516" v="4619" actId="20577"/>
          <ac:spMkLst>
            <pc:docMk/>
            <pc:sldMk cId="2044100319" sldId="261"/>
            <ac:spMk id="19" creationId="{5FA9AA9A-F4DE-7D71-81EB-BE21C8529573}"/>
          </ac:spMkLst>
        </pc:spChg>
        <pc:spChg chg="add mod">
          <ac:chgData name="Khethiwe Dlamini" userId="2bf6d97d3a4d60df" providerId="LiveId" clId="{9FC59950-DFEB-445E-8864-062B647CD92D}" dt="2026-02-25T14:45:56.679" v="1084" actId="1037"/>
          <ac:spMkLst>
            <pc:docMk/>
            <pc:sldMk cId="2044100319" sldId="261"/>
            <ac:spMk id="20" creationId="{C3D145CF-0200-57BC-75FF-A66BF4D82507}"/>
          </ac:spMkLst>
        </pc:spChg>
        <pc:spChg chg="add mod">
          <ac:chgData name="Khethiwe Dlamini" userId="2bf6d97d3a4d60df" providerId="LiveId" clId="{9FC59950-DFEB-445E-8864-062B647CD92D}" dt="2026-02-25T14:55:34.512" v="1249" actId="1035"/>
          <ac:spMkLst>
            <pc:docMk/>
            <pc:sldMk cId="2044100319" sldId="261"/>
            <ac:spMk id="21" creationId="{95C484D9-D63F-E4F7-B03D-4EAE936CBB1A}"/>
          </ac:spMkLst>
        </pc:spChg>
        <pc:spChg chg="mod">
          <ac:chgData name="Khethiwe Dlamini" userId="2bf6d97d3a4d60df" providerId="LiveId" clId="{9FC59950-DFEB-445E-8864-062B647CD92D}" dt="2026-02-25T14:54:40.671" v="1244" actId="14100"/>
          <ac:spMkLst>
            <pc:docMk/>
            <pc:sldMk cId="2044100319" sldId="261"/>
            <ac:spMk id="59" creationId="{49DDE0AC-9A78-B48A-83E4-996776EC2D06}"/>
          </ac:spMkLst>
        </pc:spChg>
        <pc:graphicFrameChg chg="add mod modGraphic">
          <ac:chgData name="Khethiwe Dlamini" userId="2bf6d97d3a4d60df" providerId="LiveId" clId="{9FC59950-DFEB-445E-8864-062B647CD92D}" dt="2026-02-25T15:15:14.594" v="1787" actId="572"/>
          <ac:graphicFrameMkLst>
            <pc:docMk/>
            <pc:sldMk cId="2044100319" sldId="261"/>
            <ac:graphicFrameMk id="4" creationId="{C8670710-CD11-B4B5-6341-5E836AD3A50F}"/>
          </ac:graphicFrameMkLst>
        </pc:graphicFrameChg>
        <pc:picChg chg="mod">
          <ac:chgData name="Khethiwe Dlamini" userId="2bf6d97d3a4d60df" providerId="LiveId" clId="{9FC59950-DFEB-445E-8864-062B647CD92D}" dt="2026-02-25T14:58:24.368" v="1273" actId="1076"/>
          <ac:picMkLst>
            <pc:docMk/>
            <pc:sldMk cId="2044100319" sldId="261"/>
            <ac:picMk id="3" creationId="{51423C20-1292-4E82-10B2-D07AA63449CA}"/>
          </ac:picMkLst>
        </pc:picChg>
      </pc:sldChg>
      <pc:sldChg chg="addSp delSp modSp mod">
        <pc:chgData name="Khethiwe Dlamini" userId="2bf6d97d3a4d60df" providerId="LiveId" clId="{9FC59950-DFEB-445E-8864-062B647CD92D}" dt="2026-02-25T16:50:52.437" v="3781" actId="207"/>
        <pc:sldMkLst>
          <pc:docMk/>
          <pc:sldMk cId="686076518" sldId="265"/>
        </pc:sldMkLst>
        <pc:spChg chg="mod">
          <ac:chgData name="Khethiwe Dlamini" userId="2bf6d97d3a4d60df" providerId="LiveId" clId="{9FC59950-DFEB-445E-8864-062B647CD92D}" dt="2026-02-25T16:50:33.421" v="3766" actId="14100"/>
          <ac:spMkLst>
            <pc:docMk/>
            <pc:sldMk cId="686076518" sldId="265"/>
            <ac:spMk id="8" creationId="{64564789-A474-46BE-A2F2-4F27C6E39F3F}"/>
          </ac:spMkLst>
        </pc:spChg>
        <pc:spChg chg="mod">
          <ac:chgData name="Khethiwe Dlamini" userId="2bf6d97d3a4d60df" providerId="LiveId" clId="{9FC59950-DFEB-445E-8864-062B647CD92D}" dt="2026-02-25T16:50:52.437" v="3781" actId="207"/>
          <ac:spMkLst>
            <pc:docMk/>
            <pc:sldMk cId="686076518" sldId="265"/>
            <ac:spMk id="12" creationId="{485D1319-7BD4-47DE-B3DF-55B655BB34C4}"/>
          </ac:spMkLst>
        </pc:spChg>
        <pc:spChg chg="mod">
          <ac:chgData name="Khethiwe Dlamini" userId="2bf6d97d3a4d60df" providerId="LiveId" clId="{9FC59950-DFEB-445E-8864-062B647CD92D}" dt="2026-02-25T16:50:40.584" v="3779" actId="20577"/>
          <ac:spMkLst>
            <pc:docMk/>
            <pc:sldMk cId="686076518" sldId="265"/>
            <ac:spMk id="13" creationId="{DAD3AC05-2DFE-4FEA-BD0F-67495472A283}"/>
          </ac:spMkLst>
        </pc:spChg>
        <pc:spChg chg="mod">
          <ac:chgData name="Khethiwe Dlamini" userId="2bf6d97d3a4d60df" providerId="LiveId" clId="{9FC59950-DFEB-445E-8864-062B647CD92D}" dt="2026-02-25T16:50:49.607" v="3780" actId="207"/>
          <ac:spMkLst>
            <pc:docMk/>
            <pc:sldMk cId="686076518" sldId="265"/>
            <ac:spMk id="14" creationId="{08DED9FB-5603-488F-827B-05F43B91C25A}"/>
          </ac:spMkLst>
        </pc:spChg>
        <pc:picChg chg="mod">
          <ac:chgData name="Khethiwe Dlamini" userId="2bf6d97d3a4d60df" providerId="LiveId" clId="{9FC59950-DFEB-445E-8864-062B647CD92D}" dt="2026-02-25T16:50:24.202" v="3764" actId="14100"/>
          <ac:picMkLst>
            <pc:docMk/>
            <pc:sldMk cId="686076518" sldId="265"/>
            <ac:picMk id="10" creationId="{8C9681D9-380A-4EAF-91DB-E07432FF9C3F}"/>
          </ac:picMkLst>
        </pc:picChg>
      </pc:sldChg>
      <pc:sldChg chg="addSp delSp modSp add mod modNotesTx">
        <pc:chgData name="Khethiwe Dlamini" userId="2bf6d97d3a4d60df" providerId="LiveId" clId="{9FC59950-DFEB-445E-8864-062B647CD92D}" dt="2026-02-25T16:36:05.133" v="3384" actId="20577"/>
        <pc:sldMkLst>
          <pc:docMk/>
          <pc:sldMk cId="1781146979" sldId="270"/>
        </pc:sldMkLst>
        <pc:spChg chg="mod">
          <ac:chgData name="Khethiwe Dlamini" userId="2bf6d97d3a4d60df" providerId="LiveId" clId="{9FC59950-DFEB-445E-8864-062B647CD92D}" dt="2026-02-25T14:56:41.237" v="1256" actId="207"/>
          <ac:spMkLst>
            <pc:docMk/>
            <pc:sldMk cId="1781146979" sldId="270"/>
            <ac:spMk id="5" creationId="{E6E0D07F-6307-6051-1D27-B9D62EBF7A0A}"/>
          </ac:spMkLst>
        </pc:spChg>
        <pc:spChg chg="mod">
          <ac:chgData name="Khethiwe Dlamini" userId="2bf6d97d3a4d60df" providerId="LiveId" clId="{9FC59950-DFEB-445E-8864-062B647CD92D}" dt="2026-02-25T15:02:04.205" v="1313" actId="1076"/>
          <ac:spMkLst>
            <pc:docMk/>
            <pc:sldMk cId="1781146979" sldId="270"/>
            <ac:spMk id="8" creationId="{436D6059-2860-7DDA-F886-9C430ED0E98C}"/>
          </ac:spMkLst>
        </pc:spChg>
        <pc:spChg chg="add mod">
          <ac:chgData name="Khethiwe Dlamini" userId="2bf6d97d3a4d60df" providerId="LiveId" clId="{9FC59950-DFEB-445E-8864-062B647CD92D}" dt="2026-02-25T15:13:48.081" v="1757" actId="208"/>
          <ac:spMkLst>
            <pc:docMk/>
            <pc:sldMk cId="1781146979" sldId="270"/>
            <ac:spMk id="10" creationId="{2AAA4A04-8863-64A5-40A3-AFF6864E10B4}"/>
          </ac:spMkLst>
        </pc:spChg>
        <pc:spChg chg="add mod">
          <ac:chgData name="Khethiwe Dlamini" userId="2bf6d97d3a4d60df" providerId="LiveId" clId="{9FC59950-DFEB-445E-8864-062B647CD92D}" dt="2026-02-25T15:10:01.903" v="1754" actId="1038"/>
          <ac:spMkLst>
            <pc:docMk/>
            <pc:sldMk cId="1781146979" sldId="270"/>
            <ac:spMk id="11" creationId="{5CB40A5C-3316-7FA6-84B7-73D64BD3B0A1}"/>
          </ac:spMkLst>
        </pc:spChg>
        <pc:spChg chg="mod">
          <ac:chgData name="Khethiwe Dlamini" userId="2bf6d97d3a4d60df" providerId="LiveId" clId="{9FC59950-DFEB-445E-8864-062B647CD92D}" dt="2026-02-25T15:01:53.535" v="1310" actId="207"/>
          <ac:spMkLst>
            <pc:docMk/>
            <pc:sldMk cId="1781146979" sldId="270"/>
            <ac:spMk id="17" creationId="{CB0C3BE1-A53D-1046-47A7-E890C904D214}"/>
          </ac:spMkLst>
        </pc:spChg>
        <pc:picChg chg="add mod">
          <ac:chgData name="Khethiwe Dlamini" userId="2bf6d97d3a4d60df" providerId="LiveId" clId="{9FC59950-DFEB-445E-8864-062B647CD92D}" dt="2026-02-25T14:59:35.573" v="1287" actId="14100"/>
          <ac:picMkLst>
            <pc:docMk/>
            <pc:sldMk cId="1781146979" sldId="270"/>
            <ac:picMk id="6" creationId="{C0CE4BBC-0CD1-963B-453F-574E97676400}"/>
          </ac:picMkLst>
        </pc:picChg>
        <pc:picChg chg="add mod">
          <ac:chgData name="Khethiwe Dlamini" userId="2bf6d97d3a4d60df" providerId="LiveId" clId="{9FC59950-DFEB-445E-8864-062B647CD92D}" dt="2026-02-25T15:00:45.593" v="1298" actId="1076"/>
          <ac:picMkLst>
            <pc:docMk/>
            <pc:sldMk cId="1781146979" sldId="270"/>
            <ac:picMk id="1026" creationId="{C416C8DD-7EDA-1C63-B2E8-2803A60AD569}"/>
          </ac:picMkLst>
        </pc:picChg>
      </pc:sldChg>
      <pc:sldChg chg="addSp delSp modSp add mod modNotesTx">
        <pc:chgData name="Khethiwe Dlamini" userId="2bf6d97d3a4d60df" providerId="LiveId" clId="{9FC59950-DFEB-445E-8864-062B647CD92D}" dt="2026-02-25T16:57:13.542" v="4297" actId="21"/>
        <pc:sldMkLst>
          <pc:docMk/>
          <pc:sldMk cId="879082381" sldId="271"/>
        </pc:sldMkLst>
        <pc:spChg chg="add mod">
          <ac:chgData name="Khethiwe Dlamini" userId="2bf6d97d3a4d60df" providerId="LiveId" clId="{9FC59950-DFEB-445E-8864-062B647CD92D}" dt="2026-02-25T16:36:21.793" v="3386"/>
          <ac:spMkLst>
            <pc:docMk/>
            <pc:sldMk cId="879082381" sldId="271"/>
            <ac:spMk id="4" creationId="{89F542A6-6AE4-4567-D2F1-60070EED0402}"/>
          </ac:spMkLst>
        </pc:spChg>
        <pc:spChg chg="mod">
          <ac:chgData name="Khethiwe Dlamini" userId="2bf6d97d3a4d60df" providerId="LiveId" clId="{9FC59950-DFEB-445E-8864-062B647CD92D}" dt="2026-02-25T16:04:18.384" v="1817" actId="207"/>
          <ac:spMkLst>
            <pc:docMk/>
            <pc:sldMk cId="879082381" sldId="271"/>
            <ac:spMk id="5" creationId="{6250DA4D-5F47-C39B-DB4C-1DD4FC3FB9F5}"/>
          </ac:spMkLst>
        </pc:spChg>
        <pc:spChg chg="mod">
          <ac:chgData name="Khethiwe Dlamini" userId="2bf6d97d3a4d60df" providerId="LiveId" clId="{9FC59950-DFEB-445E-8864-062B647CD92D}" dt="2026-02-25T16:20:25.938" v="2656" actId="20577"/>
          <ac:spMkLst>
            <pc:docMk/>
            <pc:sldMk cId="879082381" sldId="271"/>
            <ac:spMk id="10" creationId="{5FC38F1A-160A-5218-1EB4-5DCEB71D80A1}"/>
          </ac:spMkLst>
        </pc:spChg>
        <pc:graphicFrameChg chg="add mod modGraphic">
          <ac:chgData name="Khethiwe Dlamini" userId="2bf6d97d3a4d60df" providerId="LiveId" clId="{9FC59950-DFEB-445E-8864-062B647CD92D}" dt="2026-02-25T16:57:13.542" v="4297" actId="21"/>
          <ac:graphicFrameMkLst>
            <pc:docMk/>
            <pc:sldMk cId="879082381" sldId="271"/>
            <ac:graphicFrameMk id="3" creationId="{05673460-45CD-B53A-B759-B1D6219CB324}"/>
          </ac:graphicFrameMkLst>
        </pc:graphicFrameChg>
      </pc:sldChg>
      <pc:sldChg chg="addSp delSp modSp add mod modNotesTx">
        <pc:chgData name="Khethiwe Dlamini" userId="2bf6d97d3a4d60df" providerId="LiveId" clId="{9FC59950-DFEB-445E-8864-062B647CD92D}" dt="2026-02-25T16:37:14.430" v="3387"/>
        <pc:sldMkLst>
          <pc:docMk/>
          <pc:sldMk cId="1951697218" sldId="272"/>
        </pc:sldMkLst>
        <pc:spChg chg="add mod">
          <ac:chgData name="Khethiwe Dlamini" userId="2bf6d97d3a4d60df" providerId="LiveId" clId="{9FC59950-DFEB-445E-8864-062B647CD92D}" dt="2026-02-25T16:37:14.430" v="3387"/>
          <ac:spMkLst>
            <pc:docMk/>
            <pc:sldMk cId="1951697218" sldId="272"/>
            <ac:spMk id="4" creationId="{A0A0FAC4-2E7C-1909-F28C-115C3135F98A}"/>
          </ac:spMkLst>
        </pc:spChg>
        <pc:spChg chg="mod">
          <ac:chgData name="Khethiwe Dlamini" userId="2bf6d97d3a4d60df" providerId="LiveId" clId="{9FC59950-DFEB-445E-8864-062B647CD92D}" dt="2026-02-25T16:25:15.205" v="2692" actId="20577"/>
          <ac:spMkLst>
            <pc:docMk/>
            <pc:sldMk cId="1951697218" sldId="272"/>
            <ac:spMk id="5" creationId="{436A591B-1B31-5E69-2F4C-C5053D3BF290}"/>
          </ac:spMkLst>
        </pc:spChg>
        <pc:spChg chg="mod">
          <ac:chgData name="Khethiwe Dlamini" userId="2bf6d97d3a4d60df" providerId="LiveId" clId="{9FC59950-DFEB-445E-8864-062B647CD92D}" dt="2026-02-25T16:35:36.370" v="3381" actId="1076"/>
          <ac:spMkLst>
            <pc:docMk/>
            <pc:sldMk cId="1951697218" sldId="272"/>
            <ac:spMk id="10" creationId="{28999984-8F23-749E-6D21-585E4DCDFDE9}"/>
          </ac:spMkLst>
        </pc:spChg>
        <pc:picChg chg="add mod">
          <ac:chgData name="Khethiwe Dlamini" userId="2bf6d97d3a4d60df" providerId="LiveId" clId="{9FC59950-DFEB-445E-8864-062B647CD92D}" dt="2026-02-25T16:32:05.369" v="3226" actId="1076"/>
          <ac:picMkLst>
            <pc:docMk/>
            <pc:sldMk cId="1951697218" sldId="272"/>
            <ac:picMk id="4098" creationId="{5CE98A47-6A66-00B3-C67F-A0010E313240}"/>
          </ac:picMkLst>
        </pc:picChg>
      </pc:sldChg>
      <pc:sldChg chg="addSp delSp modSp add mod">
        <pc:chgData name="Khethiwe Dlamini" userId="2bf6d97d3a4d60df" providerId="LiveId" clId="{9FC59950-DFEB-445E-8864-062B647CD92D}" dt="2026-02-25T16:58:33.938" v="4366" actId="1076"/>
        <pc:sldMkLst>
          <pc:docMk/>
          <pc:sldMk cId="2402745877" sldId="273"/>
        </pc:sldMkLst>
        <pc:spChg chg="add mod">
          <ac:chgData name="Khethiwe Dlamini" userId="2bf6d97d3a4d60df" providerId="LiveId" clId="{9FC59950-DFEB-445E-8864-062B647CD92D}" dt="2026-02-25T16:58:33.938" v="4366" actId="1076"/>
          <ac:spMkLst>
            <pc:docMk/>
            <pc:sldMk cId="2402745877" sldId="273"/>
            <ac:spMk id="3" creationId="{DF0E0572-C4BE-D9BB-1D5A-41ABDE1D29A0}"/>
          </ac:spMkLst>
        </pc:spChg>
        <pc:picChg chg="add mod">
          <ac:chgData name="Khethiwe Dlamini" userId="2bf6d97d3a4d60df" providerId="LiveId" clId="{9FC59950-DFEB-445E-8864-062B647CD92D}" dt="2026-02-25T16:48:20.303" v="3728" actId="1076"/>
          <ac:picMkLst>
            <pc:docMk/>
            <pc:sldMk cId="2402745877" sldId="273"/>
            <ac:picMk id="5122" creationId="{359FF992-DFEF-855B-892E-8CCBF0AE1B77}"/>
          </ac:picMkLst>
        </pc:picChg>
      </pc:sldChg>
      <pc:sldChg chg="addSp delSp modSp add mod">
        <pc:chgData name="Khethiwe Dlamini" userId="2bf6d97d3a4d60df" providerId="LiveId" clId="{9FC59950-DFEB-445E-8864-062B647CD92D}" dt="2026-02-25T17:07:17.434" v="4557" actId="20577"/>
        <pc:sldMkLst>
          <pc:docMk/>
          <pc:sldMk cId="3010335632" sldId="274"/>
        </pc:sldMkLst>
        <pc:spChg chg="mod">
          <ac:chgData name="Khethiwe Dlamini" userId="2bf6d97d3a4d60df" providerId="LiveId" clId="{9FC59950-DFEB-445E-8864-062B647CD92D}" dt="2026-02-25T17:07:17.434" v="4557" actId="20577"/>
          <ac:spMkLst>
            <pc:docMk/>
            <pc:sldMk cId="3010335632" sldId="274"/>
            <ac:spMk id="3" creationId="{F81EDC3F-FFD9-9170-7074-2A71E575CDA1}"/>
          </ac:spMkLst>
        </pc:spChg>
        <pc:spChg chg="mod">
          <ac:chgData name="Khethiwe Dlamini" userId="2bf6d97d3a4d60df" providerId="LiveId" clId="{9FC59950-DFEB-445E-8864-062B647CD92D}" dt="2026-02-25T16:48:41.031" v="3744" actId="20577"/>
          <ac:spMkLst>
            <pc:docMk/>
            <pc:sldMk cId="3010335632" sldId="274"/>
            <ac:spMk id="5" creationId="{EF14E32D-FD3A-A971-48CD-9B37C2422E76}"/>
          </ac:spMkLst>
        </pc:spChg>
        <pc:picChg chg="add mod">
          <ac:chgData name="Khethiwe Dlamini" userId="2bf6d97d3a4d60df" providerId="LiveId" clId="{9FC59950-DFEB-445E-8864-062B647CD92D}" dt="2026-02-25T16:58:55.702" v="4370" actId="1076"/>
          <ac:picMkLst>
            <pc:docMk/>
            <pc:sldMk cId="3010335632" sldId="274"/>
            <ac:picMk id="5126" creationId="{20B7AA21-5D94-11C5-06BD-F955541668EF}"/>
          </ac:picMkLst>
        </pc:picChg>
      </pc:sldChg>
      <pc:sldChg chg="addSp delSp modSp add mod">
        <pc:chgData name="Khethiwe Dlamini" userId="2bf6d97d3a4d60df" providerId="LiveId" clId="{9FC59950-DFEB-445E-8864-062B647CD92D}" dt="2026-03-02T09:37:59.853" v="4670" actId="20577"/>
        <pc:sldMkLst>
          <pc:docMk/>
          <pc:sldMk cId="95872969" sldId="275"/>
        </pc:sldMkLst>
        <pc:spChg chg="mod">
          <ac:chgData name="Khethiwe Dlamini" userId="2bf6d97d3a4d60df" providerId="LiveId" clId="{9FC59950-DFEB-445E-8864-062B647CD92D}" dt="2026-03-02T09:37:59.853" v="4670" actId="20577"/>
          <ac:spMkLst>
            <pc:docMk/>
            <pc:sldMk cId="95872969" sldId="275"/>
            <ac:spMk id="3" creationId="{902F5DBA-7530-EDEB-54AA-0F675ADECEFD}"/>
          </ac:spMkLst>
        </pc:spChg>
        <pc:spChg chg="del">
          <ac:chgData name="Khethiwe Dlamini" userId="2bf6d97d3a4d60df" providerId="LiveId" clId="{9FC59950-DFEB-445E-8864-062B647CD92D}" dt="2026-03-02T09:33:44.415" v="4634" actId="478"/>
          <ac:spMkLst>
            <pc:docMk/>
            <pc:sldMk cId="95872969" sldId="275"/>
            <ac:spMk id="4" creationId="{BFD91BB7-1069-D294-F0B8-6702E2715F57}"/>
          </ac:spMkLst>
        </pc:spChg>
        <pc:spChg chg="mod">
          <ac:chgData name="Khethiwe Dlamini" userId="2bf6d97d3a4d60df" providerId="LiveId" clId="{9FC59950-DFEB-445E-8864-062B647CD92D}" dt="2026-03-02T09:33:32.546" v="4630" actId="20577"/>
          <ac:spMkLst>
            <pc:docMk/>
            <pc:sldMk cId="95872969" sldId="275"/>
            <ac:spMk id="5" creationId="{F505899D-D513-8B68-1671-9882BB37A835}"/>
          </ac:spMkLst>
        </pc:spChg>
        <pc:spChg chg="add">
          <ac:chgData name="Khethiwe Dlamini" userId="2bf6d97d3a4d60df" providerId="LiveId" clId="{9FC59950-DFEB-445E-8864-062B647CD92D}" dt="2026-03-02T09:36:23.378" v="4635"/>
          <ac:spMkLst>
            <pc:docMk/>
            <pc:sldMk cId="95872969" sldId="275"/>
            <ac:spMk id="6" creationId="{CC6740EE-0AC5-E2DB-A73B-CF9D838BC440}"/>
          </ac:spMkLst>
        </pc:spChg>
        <pc:spChg chg="add del mod">
          <ac:chgData name="Khethiwe Dlamini" userId="2bf6d97d3a4d60df" providerId="LiveId" clId="{9FC59950-DFEB-445E-8864-062B647CD92D}" dt="2026-03-02T09:36:44.796" v="4640"/>
          <ac:spMkLst>
            <pc:docMk/>
            <pc:sldMk cId="95872969" sldId="275"/>
            <ac:spMk id="7" creationId="{AB248872-BA30-34B2-E401-C153B6BC6C0F}"/>
          </ac:spMkLst>
        </pc:spChg>
        <pc:picChg chg="del">
          <ac:chgData name="Khethiwe Dlamini" userId="2bf6d97d3a4d60df" providerId="LiveId" clId="{9FC59950-DFEB-445E-8864-062B647CD92D}" dt="2026-03-02T09:33:34.283" v="4631" actId="478"/>
          <ac:picMkLst>
            <pc:docMk/>
            <pc:sldMk cId="95872969" sldId="275"/>
            <ac:picMk id="5126" creationId="{120746E5-4652-E13E-BA3A-17CE2115581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DC24-AEF3-4156-91F4-FB474A5F24DB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3B91B-56FA-44FF-A036-17B4166BAD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5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76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266A-84A8-334A-7F3B-5BE8767E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60E8-6155-1155-76F9-D925879CA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0A4CD-26DF-9D90-8797-5566A544D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7764-D54B-F21A-59D9-A7A905365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3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7A2A7-1D97-C22C-FB78-F3495AA0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06EE1-07C9-A62B-BC8B-BF74A834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04822-B1E1-F20D-5FE5-665E2E543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49A14-DE37-A86F-5F3F-FD3C6068B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8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62C9-A1A6-EEE9-5D62-B6D50CA6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E99E1-0817-BB7A-D9A5-7B32259C7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CFAA9-3799-1053-3890-5BDD9B4BC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A5AA1-4A10-AAA0-03FA-6A3E5E5A6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52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3D7D-B2FF-D5A5-4DEE-7A7FD606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26273-CA1A-D813-B02F-46CFB178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2FDF3-3D98-72E1-ADD5-B4842A616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1CE3-97F6-BD8C-7762-DAA8D6EB4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42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7E50-362F-E089-F33F-629739B5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161E2-B25A-557A-DE34-F04C8D134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33E95-6640-8672-8C18-69A72E312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6B553-F520-9789-EB5A-9E8193D36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272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12F7-2868-735B-C282-B46B477D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1C72E-1A71-8D2A-F64E-F3E279BD3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BD6ED-025F-9736-B77E-5A1590F16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3C03D-5619-FEE0-5EB7-7BB533614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49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4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surance-costs-eda.netlify.a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KhethiweDlamini/Medical-Insurance-Costs-Case-Study/tree/main/exploratory-data-analysis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ethiweDlamini/Medical-Insurance-Costs-Case-Study/tree/main/predictive-modell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hethiweDlamini/Medical-Insurance-Costs-Case-Study/tree/main/predictive-modell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ethiweDlamini/Medical-Insurance-Costs-Case-Study/tree/main/predictive-modell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ethiweDlamini/Medical-Insurance-Costs-Case-Study/tree/main/predictive-modellin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 of a city. 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8247" y="1236571"/>
            <a:ext cx="3991566" cy="4397339"/>
            <a:chOff x="4118247" y="1513178"/>
            <a:chExt cx="3991566" cy="4397339"/>
          </a:xfrm>
          <a:solidFill>
            <a:srgbClr val="003300">
              <a:alpha val="76863"/>
            </a:srgbClr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4118247" y="1513178"/>
              <a:ext cx="3991566" cy="3920922"/>
            </a:xfrm>
            <a:prstGeom prst="roundRect">
              <a:avLst>
                <a:gd name="adj" fmla="val 110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6600">
                    <a:alpha val="78000"/>
                  </a:srgbClr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0033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3932924" y="2392763"/>
            <a:ext cx="4304945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j-lt"/>
              </a:rPr>
              <a:t>Case Study: </a:t>
            </a:r>
            <a:br>
              <a:rPr lang="en-US" sz="2400" dirty="0">
                <a:solidFill>
                  <a:schemeClr val="bg1"/>
                </a:solidFill>
                <a:latin typeface="+mj-lt"/>
              </a:rPr>
            </a:br>
            <a:r>
              <a:rPr lang="en-US" sz="2400" dirty="0">
                <a:solidFill>
                  <a:schemeClr val="bg1"/>
                </a:solidFill>
                <a:latin typeface="+mj-lt"/>
              </a:rPr>
              <a:t>Analysis of Health-Related Factors and Their Impact on Medical Insurance Costs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C445D-99BF-4BD6-A87A-9AB46C82F7C1}"/>
              </a:ext>
            </a:extLst>
          </p:cNvPr>
          <p:cNvSpPr txBox="1"/>
          <p:nvPr/>
        </p:nvSpPr>
        <p:spPr>
          <a:xfrm>
            <a:off x="3524249" y="4344789"/>
            <a:ext cx="51435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Khethiwe Dlamini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0D1C37-27ED-4160-AE67-E6F23C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517C826-C471-4169-9892-EEBF4B4D8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00" y="1687232"/>
            <a:ext cx="4450492" cy="4019087"/>
          </a:xfrm>
          <a:prstGeom prst="rect">
            <a:avLst/>
          </a:prstGeom>
          <a:pattFill prst="dotDmnd">
            <a:fgClr>
              <a:srgbClr val="0066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1D706E-E15A-45F0-9055-C455145F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0775" y="406322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0033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28B89D6-D457-43D1-99F9-B86C5647A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0775" y="5251216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0033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16FB6B7-1CB4-4813-99A3-137C82BE1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5760" y="2896894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0033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50DE9D8-FD82-4684-9ED8-826B4EC01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0775" y="168723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00330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00"/>
                </a:solidFill>
              </a:rPr>
              <a:t>Steps and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17AA4-5B01-4C74-81C0-F0B9128B6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200362" y="3293348"/>
            <a:ext cx="4876887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st="50800" dir="10800000" algn="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0ABCF938-7F69-41DA-A492-F98171623883}"/>
              </a:ext>
            </a:extLst>
          </p:cNvPr>
          <p:cNvSpPr txBox="1"/>
          <p:nvPr/>
        </p:nvSpPr>
        <p:spPr>
          <a:xfrm>
            <a:off x="5591630" y="1764703"/>
            <a:ext cx="3989558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Exploratory Data Analysis in Python using ydata profiling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A4FE373-17BB-493F-A361-B12440813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92637" y="1755645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TextBox 47">
            <a:extLst>
              <a:ext uri="{FF2B5EF4-FFF2-40B4-BE49-F238E27FC236}">
                <a16:creationId xmlns:a16="http://schemas.microsoft.com/office/drawing/2014/main" id="{939B7CC5-439E-403C-9383-8988F3AAD7AF}"/>
              </a:ext>
            </a:extLst>
          </p:cNvPr>
          <p:cNvSpPr txBox="1"/>
          <p:nvPr/>
        </p:nvSpPr>
        <p:spPr>
          <a:xfrm>
            <a:off x="5591630" y="2954785"/>
            <a:ext cx="3989558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Exploratory Data Analysis using scatter plots in Python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ECD4C0-D89D-49E9-AC09-4F34CDD5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92637" y="294572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5591630" y="4144844"/>
            <a:ext cx="3989558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Predictive modelling and comparison of key metrics in Python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9C20A2B-9E5F-4699-B7E0-C92C4B4C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92637" y="413578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5CB8E5D9-5AB2-4AEE-973D-2AB9CE05AF2D}"/>
              </a:ext>
            </a:extLst>
          </p:cNvPr>
          <p:cNvSpPr txBox="1"/>
          <p:nvPr/>
        </p:nvSpPr>
        <p:spPr>
          <a:xfrm>
            <a:off x="5616644" y="5429629"/>
            <a:ext cx="3989558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3DF543E-D479-4828-BA2F-2A24D956B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92637" y="5323352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E7271-615C-C5AB-5148-534B449B2599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CB34685-6233-45F0-A804-08BC09D4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23C20-1292-4E82-10B2-D07AA6344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8" t="6535" r="10438" b="3128"/>
          <a:stretch/>
        </p:blipFill>
        <p:spPr>
          <a:xfrm>
            <a:off x="6001846" y="1665490"/>
            <a:ext cx="5276841" cy="41975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E6BE457-2D55-F173-21EC-A3A4D95195F8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EDA in python using ydata profiling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49DDE0AC-9A78-B48A-83E4-996776EC2D06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670710-CD11-B4B5-6341-5E836AD3A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28632"/>
              </p:ext>
            </p:extLst>
          </p:nvPr>
        </p:nvGraphicFramePr>
        <p:xfrm>
          <a:off x="819028" y="1795401"/>
          <a:ext cx="5043814" cy="27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907">
                  <a:extLst>
                    <a:ext uri="{9D8B030D-6E8A-4147-A177-3AD203B41FA5}">
                      <a16:colId xmlns:a16="http://schemas.microsoft.com/office/drawing/2014/main" val="2101734425"/>
                    </a:ext>
                  </a:extLst>
                </a:gridCol>
                <a:gridCol w="2521907">
                  <a:extLst>
                    <a:ext uri="{9D8B030D-6E8A-4147-A177-3AD203B41FA5}">
                      <a16:colId xmlns:a16="http://schemas.microsoft.com/office/drawing/2014/main" val="2562597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b="0" dirty="0">
                          <a:solidFill>
                            <a:srgbClr val="404040"/>
                          </a:solidFill>
                        </a:rPr>
                        <a:t>Number of Variables</a:t>
                      </a:r>
                      <a:endParaRPr lang="en-ZA" sz="1600" b="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dirty="0">
                          <a:solidFill>
                            <a:srgbClr val="404040"/>
                          </a:solidFill>
                        </a:rPr>
                        <a:t>7</a:t>
                      </a:r>
                      <a:endParaRPr lang="en-ZA" sz="1600" b="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2291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No. of </a:t>
                      </a:r>
                      <a:r>
                        <a:rPr lang="en-GB" sz="1600" dirty="0">
                          <a:solidFill>
                            <a:srgbClr val="404040"/>
                          </a:solidFill>
                        </a:rPr>
                        <a:t>Observation</a:t>
                      </a:r>
                      <a:endParaRPr lang="en-ZA" sz="16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1338</a:t>
                      </a:r>
                      <a:endParaRPr lang="en-ZA" sz="1600" dirty="0"/>
                    </a:p>
                  </a:txBody>
                  <a:tcPr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7138603"/>
                  </a:ext>
                </a:extLst>
              </a:tr>
              <a:tr h="279772">
                <a:tc>
                  <a:txBody>
                    <a:bodyPr/>
                    <a:lstStyle/>
                    <a:p>
                      <a:r>
                        <a:rPr lang="en-GB" sz="1600" dirty="0"/>
                        <a:t>Missing Values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0</a:t>
                      </a:r>
                      <a:endParaRPr lang="en-ZA" sz="1600" dirty="0"/>
                    </a:p>
                  </a:txBody>
                  <a:tcPr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506650"/>
                  </a:ext>
                </a:extLst>
              </a:tr>
              <a:tr h="279772">
                <a:tc>
                  <a:txBody>
                    <a:bodyPr/>
                    <a:lstStyle/>
                    <a:p>
                      <a:endParaRPr lang="en-GB" sz="1600" dirty="0"/>
                    </a:p>
                    <a:p>
                      <a:r>
                        <a:rPr lang="en-GB" sz="1600" dirty="0"/>
                        <a:t>Variables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Age, Sex, BMI, Children, Smoker Status, Region, Charges</a:t>
                      </a:r>
                      <a:endParaRPr lang="en-ZA" sz="1600" dirty="0"/>
                    </a:p>
                  </a:txBody>
                  <a:tcPr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931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sz="1600" dirty="0"/>
                    </a:p>
                    <a:p>
                      <a:r>
                        <a:rPr lang="en-GB" sz="1600" dirty="0"/>
                        <a:t>Variable Types</a:t>
                      </a:r>
                      <a:endParaRPr lang="en-ZA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4 Numeric</a:t>
                      </a:r>
                    </a:p>
                    <a:p>
                      <a:r>
                        <a:rPr lang="en-ZA" sz="1600" dirty="0"/>
                        <a:t>2 Categorical</a:t>
                      </a:r>
                    </a:p>
                    <a:p>
                      <a:r>
                        <a:rPr lang="en-ZA" sz="1600" dirty="0"/>
                        <a:t>1 Boolean</a:t>
                      </a:r>
                    </a:p>
                  </a:txBody>
                  <a:tcPr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74896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C5B2E0-8051-8F8A-335D-CAF46C1D5957}"/>
              </a:ext>
            </a:extLst>
          </p:cNvPr>
          <p:cNvSpPr txBox="1"/>
          <p:nvPr/>
        </p:nvSpPr>
        <p:spPr>
          <a:xfrm>
            <a:off x="6348003" y="1194827"/>
            <a:ext cx="458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003300"/>
                </a:solidFill>
              </a:rPr>
              <a:t>Heatmap of Correlations</a:t>
            </a:r>
            <a:endParaRPr lang="en-ZA" sz="2000" dirty="0">
              <a:solidFill>
                <a:srgbClr val="00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0A9861-DE23-9401-2B48-00358C5F51FB}"/>
              </a:ext>
            </a:extLst>
          </p:cNvPr>
          <p:cNvSpPr txBox="1"/>
          <p:nvPr/>
        </p:nvSpPr>
        <p:spPr>
          <a:xfrm>
            <a:off x="1045027" y="1194827"/>
            <a:ext cx="458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003300"/>
                </a:solidFill>
              </a:rPr>
              <a:t>Dataset statistics</a:t>
            </a:r>
            <a:endParaRPr lang="en-ZA" sz="2000" dirty="0">
              <a:solidFill>
                <a:srgbClr val="003300"/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5FA9AA9A-F4DE-7D71-81EB-BE21C8529573}"/>
              </a:ext>
            </a:extLst>
          </p:cNvPr>
          <p:cNvSpPr/>
          <p:nvPr/>
        </p:nvSpPr>
        <p:spPr>
          <a:xfrm>
            <a:off x="815383" y="4788310"/>
            <a:ext cx="5043814" cy="1546953"/>
          </a:xfrm>
          <a:prstGeom prst="round2Diag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Given the high quality of the data, the only preprocessing required </a:t>
            </a:r>
            <a:r>
              <a:rPr lang="en-GB" sz="1400">
                <a:solidFill>
                  <a:srgbClr val="003300"/>
                </a:solidFill>
              </a:rPr>
              <a:t>was one-hot </a:t>
            </a:r>
            <a:r>
              <a:rPr lang="en-GB" sz="1400" dirty="0">
                <a:solidFill>
                  <a:srgbClr val="003300"/>
                </a:solidFill>
              </a:rPr>
              <a:t>encoding categorical variables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All predictor variables are positively correlated with charges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Strongest positive correlation between medical charges and smoker status (0.832), followed by age (0.534), no. of children (0.133) and BMI (0.119)</a:t>
            </a:r>
            <a:endParaRPr lang="en-ZA" sz="1400" dirty="0">
              <a:solidFill>
                <a:srgbClr val="0033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D145CF-0200-57BC-75FF-A66BF4D82507}"/>
              </a:ext>
            </a:extLst>
          </p:cNvPr>
          <p:cNvSpPr txBox="1"/>
          <p:nvPr/>
        </p:nvSpPr>
        <p:spPr>
          <a:xfrm>
            <a:off x="6001846" y="6517073"/>
            <a:ext cx="504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Complete output from the ydata profiling can be accessed </a:t>
            </a:r>
            <a:r>
              <a:rPr lang="en-GB" sz="1200" dirty="0">
                <a:hlinkClick r:id="rId4"/>
              </a:rPr>
              <a:t>here</a:t>
            </a:r>
            <a:endParaRPr lang="en-ZA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484D9-D63F-E4F7-B03D-4EAE936CBB1A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410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BCB-4667-2490-3FB3-ECCA88EF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98FDBC-B90B-EFA0-466C-3D8EBC7D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E0D07F-6307-6051-1D27-B9D62EBF7A0A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Scatter plot Analysis in python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6EE4E060-A9A3-E325-0B14-4DF413F360B2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D6059-2860-7DDA-F886-9C430ED0E98C}"/>
              </a:ext>
            </a:extLst>
          </p:cNvPr>
          <p:cNvSpPr txBox="1"/>
          <p:nvPr/>
        </p:nvSpPr>
        <p:spPr>
          <a:xfrm>
            <a:off x="6348003" y="1235716"/>
            <a:ext cx="4584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3300"/>
                </a:solidFill>
              </a:rPr>
              <a:t>Plots for region and smoker status of policyholder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C3BE1-A53D-1046-47A7-E890C904D214}"/>
              </a:ext>
            </a:extLst>
          </p:cNvPr>
          <p:cNvSpPr txBox="1"/>
          <p:nvPr/>
        </p:nvSpPr>
        <p:spPr>
          <a:xfrm>
            <a:off x="1045027" y="1235716"/>
            <a:ext cx="4584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3300"/>
                </a:solidFill>
              </a:rPr>
              <a:t>Plots for the age, BMI, number of children, and sex of policyholder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DB2D3B-3740-34BD-E180-203CF15D66E4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E4BBC-0CD1-963B-453F-574E97676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67" y="1902713"/>
            <a:ext cx="4724985" cy="35636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416C8DD-7EDA-1C63-B2E8-2803A60AD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573" y="1902411"/>
            <a:ext cx="4725385" cy="35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2AAA4A04-8863-64A5-40A3-AFF6864E10B4}"/>
              </a:ext>
            </a:extLst>
          </p:cNvPr>
          <p:cNvSpPr/>
          <p:nvPr/>
        </p:nvSpPr>
        <p:spPr>
          <a:xfrm>
            <a:off x="1406011" y="5548633"/>
            <a:ext cx="9379975" cy="871832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Slightly linear relationships between charges and age as well as BMI, but with a lot of noise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No significant patterns for sex and region, charges seem to decrease with increasing number of children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sz="1400" dirty="0">
                <a:solidFill>
                  <a:srgbClr val="003300"/>
                </a:solidFill>
              </a:rPr>
              <a:t>Smokers generally have higher medical insurance charges than non-smokers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40A5C-3316-7FA6-84B7-73D64BD3B0A1}"/>
              </a:ext>
            </a:extLst>
          </p:cNvPr>
          <p:cNvSpPr txBox="1"/>
          <p:nvPr/>
        </p:nvSpPr>
        <p:spPr>
          <a:xfrm>
            <a:off x="8066623" y="6517073"/>
            <a:ext cx="2257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Full code can be accessed </a:t>
            </a:r>
            <a:r>
              <a:rPr lang="en-GB" sz="1200" dirty="0">
                <a:hlinkClick r:id="rId5"/>
              </a:rPr>
              <a:t>here</a:t>
            </a: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178114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BD5E-D129-BA94-7264-7EE21988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63C3D6E-FC44-5CDD-806A-43089B36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50DA4D-5F47-C39B-DB4C-1DD4FC3FB9F5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997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Predictive modelling and comparison of key metrics in Python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B4ED97A7-92D9-DC6A-5782-C3EA01EF1255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6480B4-FA50-EC7F-DDF9-6DA09493B546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5FC38F1A-160A-5218-1EB4-5DCEB71D80A1}"/>
              </a:ext>
            </a:extLst>
          </p:cNvPr>
          <p:cNvSpPr/>
          <p:nvPr/>
        </p:nvSpPr>
        <p:spPr>
          <a:xfrm>
            <a:off x="1361765" y="5527351"/>
            <a:ext cx="9468466" cy="871832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Machine learning models outperform linear and penalised linear models across all metrics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Significant drop in predictive performance for Random Forest and </a:t>
            </a:r>
            <a:r>
              <a:rPr lang="en-GB" sz="1400" dirty="0" err="1">
                <a:solidFill>
                  <a:srgbClr val="003300"/>
                </a:solidFill>
              </a:rPr>
              <a:t>XGBoost</a:t>
            </a:r>
            <a:r>
              <a:rPr lang="en-GB" sz="1400" dirty="0">
                <a:solidFill>
                  <a:srgbClr val="003300"/>
                </a:solidFill>
              </a:rPr>
              <a:t> on the test dataset, suggesting overfitting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sz="1400" dirty="0">
                <a:solidFill>
                  <a:srgbClr val="003300"/>
                </a:solidFill>
              </a:rPr>
              <a:t>Gradient Boosting performs the best on the test dataset and has the lowest drop in predictive power for ML models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673460-45CD-B53A-B759-B1D6219CB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057573"/>
              </p:ext>
            </p:extLst>
          </p:nvPr>
        </p:nvGraphicFramePr>
        <p:xfrm>
          <a:off x="1406011" y="1706748"/>
          <a:ext cx="9379975" cy="3712546"/>
        </p:xfrm>
        <a:graphic>
          <a:graphicData uri="http://schemas.openxmlformats.org/drawingml/2006/table">
            <a:tbl>
              <a:tblPr/>
              <a:tblGrid>
                <a:gridCol w="1875995">
                  <a:extLst>
                    <a:ext uri="{9D8B030D-6E8A-4147-A177-3AD203B41FA5}">
                      <a16:colId xmlns:a16="http://schemas.microsoft.com/office/drawing/2014/main" val="143265576"/>
                    </a:ext>
                  </a:extLst>
                </a:gridCol>
                <a:gridCol w="1875995">
                  <a:extLst>
                    <a:ext uri="{9D8B030D-6E8A-4147-A177-3AD203B41FA5}">
                      <a16:colId xmlns:a16="http://schemas.microsoft.com/office/drawing/2014/main" val="3587731687"/>
                    </a:ext>
                  </a:extLst>
                </a:gridCol>
                <a:gridCol w="1875995">
                  <a:extLst>
                    <a:ext uri="{9D8B030D-6E8A-4147-A177-3AD203B41FA5}">
                      <a16:colId xmlns:a16="http://schemas.microsoft.com/office/drawing/2014/main" val="2120407821"/>
                    </a:ext>
                  </a:extLst>
                </a:gridCol>
                <a:gridCol w="1875995">
                  <a:extLst>
                    <a:ext uri="{9D8B030D-6E8A-4147-A177-3AD203B41FA5}">
                      <a16:colId xmlns:a16="http://schemas.microsoft.com/office/drawing/2014/main" val="1920647192"/>
                    </a:ext>
                  </a:extLst>
                </a:gridCol>
                <a:gridCol w="1875995">
                  <a:extLst>
                    <a:ext uri="{9D8B030D-6E8A-4147-A177-3AD203B41FA5}">
                      <a16:colId xmlns:a16="http://schemas.microsoft.com/office/drawing/2014/main" val="2248990698"/>
                    </a:ext>
                  </a:extLst>
                </a:gridCol>
              </a:tblGrid>
              <a:tr h="4242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ZA" sz="1600" b="1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0" dirty="0">
                          <a:solidFill>
                            <a:srgbClr val="404040"/>
                          </a:solidFill>
                          <a:effectLst/>
                        </a:rPr>
                        <a:t>Training</a:t>
                      </a:r>
                      <a:endParaRPr lang="en-ZA" sz="1600" b="0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rgbClr val="404040"/>
                          </a:solidFill>
                        </a:rPr>
                        <a:t>Testing</a:t>
                      </a:r>
                      <a:endParaRPr lang="en-ZA" sz="1600" b="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>
                        <a:buNone/>
                      </a:pPr>
                      <a:endParaRPr lang="en-ZA" b="1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64223"/>
                  </a:ext>
                </a:extLst>
              </a:tr>
              <a:tr h="742509">
                <a:tc>
                  <a:txBody>
                    <a:bodyPr/>
                    <a:lstStyle/>
                    <a:p>
                      <a:pPr algn="r">
                        <a:buNone/>
                      </a:pPr>
                      <a:br>
                        <a:rPr lang="en-ZA" sz="1600" b="1" dirty="0">
                          <a:effectLst/>
                        </a:rPr>
                      </a:br>
                      <a:endParaRPr lang="en-ZA" sz="1600" b="1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RMSE (Train)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R² (Train)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RMSE 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R²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485076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Linear Regression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6105.5510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74.17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5796.3207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78.36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528192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Ridge Regression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6105.6127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74.17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5798.3071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78.34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82743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Lasso Regression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6105.5534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74.17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5797.0984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78.35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17417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>
                          <a:solidFill>
                            <a:srgbClr val="404040"/>
                          </a:solidFill>
                          <a:effectLst/>
                        </a:rPr>
                        <a:t>1872.4694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97.57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4621.3033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86.24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072996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Gradient Boosting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>
                          <a:solidFill>
                            <a:srgbClr val="404040"/>
                          </a:solidFill>
                          <a:effectLst/>
                        </a:rPr>
                        <a:t>3804.2402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89.97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4329.3581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87.93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56276"/>
                  </a:ext>
                </a:extLst>
              </a:tr>
              <a:tr h="424291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XGBoost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>
                          <a:solidFill>
                            <a:srgbClr val="404040"/>
                          </a:solidFill>
                          <a:effectLst/>
                        </a:rPr>
                        <a:t>850.6283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99.50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4761.0498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ZA" sz="1600" b="0" dirty="0">
                          <a:solidFill>
                            <a:srgbClr val="404040"/>
                          </a:solidFill>
                          <a:effectLst/>
                        </a:rPr>
                        <a:t>85.40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0393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F542A6-6AE4-4567-D2F1-60070EED0402}"/>
              </a:ext>
            </a:extLst>
          </p:cNvPr>
          <p:cNvSpPr txBox="1"/>
          <p:nvPr/>
        </p:nvSpPr>
        <p:spPr>
          <a:xfrm>
            <a:off x="8066623" y="6517073"/>
            <a:ext cx="2257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Full code can be accessed </a:t>
            </a:r>
            <a:r>
              <a:rPr lang="en-GB" sz="1200" dirty="0">
                <a:hlinkClick r:id="rId3"/>
              </a:rPr>
              <a:t>here</a:t>
            </a: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87908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A34D-FF76-BD14-44C1-98870C5B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91E156F-109E-A32C-84AB-531DC791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6A591B-1B31-5E69-2F4C-C5053D3BF290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Predictive modelling – Gradient Boosting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2C81A54E-4E04-2CB2-D1A2-D0105D87D1DD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301FC2-0639-7381-2DC0-DCDF8894B4FB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28999984-8F23-749E-6D21-585E4DCDFDE9}"/>
              </a:ext>
            </a:extLst>
          </p:cNvPr>
          <p:cNvSpPr/>
          <p:nvPr/>
        </p:nvSpPr>
        <p:spPr>
          <a:xfrm>
            <a:off x="7394744" y="2074607"/>
            <a:ext cx="4403966" cy="346095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Increasing the number of boosting iterations beyond the default (100) does not minimise the mean squared error further for predictions on the test set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Through trial and error, the parameters that minimised the root mean squared error and maximised the coefficient of determination (</a:t>
            </a:r>
            <a:r>
              <a:rPr lang="en-ZA" sz="1400" dirty="0">
                <a:solidFill>
                  <a:srgbClr val="404040"/>
                </a:solidFill>
              </a:rPr>
              <a:t>R²):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04040"/>
                </a:solidFill>
              </a:rPr>
              <a:t>N estimators: 300,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04040"/>
                </a:solidFill>
              </a:rPr>
              <a:t>Max depth: 3,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04040"/>
                </a:solidFill>
              </a:rPr>
              <a:t>Min samples split: 2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rgbClr val="404040"/>
                </a:solidFill>
              </a:rPr>
              <a:t>Learning rate: 0.1</a:t>
            </a:r>
            <a:endParaRPr lang="en-GB" sz="1400" dirty="0">
              <a:solidFill>
                <a:srgbClr val="00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sz="1400" dirty="0">
                <a:solidFill>
                  <a:srgbClr val="003300"/>
                </a:solidFill>
              </a:rPr>
              <a:t>The resulting </a:t>
            </a:r>
            <a:r>
              <a:rPr lang="en-ZA" sz="1400" dirty="0">
                <a:solidFill>
                  <a:srgbClr val="404040"/>
                </a:solidFill>
              </a:rPr>
              <a:t>R² (88.04) is not much higher than the previous R² (87.93).</a:t>
            </a:r>
            <a:endParaRPr lang="en-ZA" sz="1400" dirty="0">
              <a:solidFill>
                <a:srgbClr val="00330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E98A47-6A66-00B3-C67F-A0010E313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0" y="1447775"/>
            <a:ext cx="6664427" cy="497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A0FAC4-2E7C-1909-F28C-115C3135F98A}"/>
              </a:ext>
            </a:extLst>
          </p:cNvPr>
          <p:cNvSpPr txBox="1"/>
          <p:nvPr/>
        </p:nvSpPr>
        <p:spPr>
          <a:xfrm>
            <a:off x="8066623" y="6517073"/>
            <a:ext cx="2257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Full code can be accessed </a:t>
            </a:r>
            <a:r>
              <a:rPr lang="en-GB" sz="1200" dirty="0">
                <a:hlinkClick r:id="rId4"/>
              </a:rPr>
              <a:t>here</a:t>
            </a: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195169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CEF1-CA58-B826-AFD1-AE0D3C8C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F92B7D5-46E2-62FC-A1F9-640371B22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0961F5-F329-6E6A-6187-1BD7389CB125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Predictive modelling – Gradient Boosting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5E567844-EA46-F61E-FD51-2C1F4FFB6E1E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2173AF-823B-D356-9165-51BCC7F06AC5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81488-A384-8B87-9D34-B405BD9DAD77}"/>
              </a:ext>
            </a:extLst>
          </p:cNvPr>
          <p:cNvSpPr txBox="1"/>
          <p:nvPr/>
        </p:nvSpPr>
        <p:spPr>
          <a:xfrm>
            <a:off x="8066623" y="6517073"/>
            <a:ext cx="2257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Full code can be accessed </a:t>
            </a:r>
            <a:r>
              <a:rPr lang="en-GB" sz="1200" dirty="0">
                <a:hlinkClick r:id="rId3"/>
              </a:rPr>
              <a:t>here</a:t>
            </a:r>
            <a:endParaRPr lang="en-ZA" sz="1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59FF992-DFEF-855B-892E-8CCBF0AE1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t="-17518" r="-3310" b="-696"/>
          <a:stretch>
            <a:fillRect/>
          </a:stretch>
        </p:blipFill>
        <p:spPr bwMode="auto">
          <a:xfrm>
            <a:off x="399933" y="772036"/>
            <a:ext cx="8895332" cy="512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DF0E0572-C4BE-D9BB-1D5A-41ABDE1D29A0}"/>
              </a:ext>
            </a:extLst>
          </p:cNvPr>
          <p:cNvSpPr/>
          <p:nvPr/>
        </p:nvSpPr>
        <p:spPr>
          <a:xfrm>
            <a:off x="9331521" y="2330245"/>
            <a:ext cx="2628286" cy="253672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Smoker status, BMI, age, and number of children are the strongest descriptive features in the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Region and sex of the policyholder have less predictive power</a:t>
            </a:r>
          </a:p>
        </p:txBody>
      </p:sp>
    </p:spTree>
    <p:extLst>
      <p:ext uri="{BB962C8B-B14F-4D97-AF65-F5344CB8AC3E}">
        <p14:creationId xmlns:p14="http://schemas.microsoft.com/office/powerpoint/2010/main" val="240274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0455-19B0-C9C2-6552-486364D9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84CB21F-5450-409F-A51C-FA5FD296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14E32D-FD3A-A971-48CD-9B37C2422E76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Discussion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739D5AAE-042F-6F25-EDD8-B7365E35B2A9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A17B-1B6F-35B4-B277-17E52F88F70B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7236A-BAF9-F0D7-8712-6DDD73952463}"/>
              </a:ext>
            </a:extLst>
          </p:cNvPr>
          <p:cNvSpPr txBox="1"/>
          <p:nvPr/>
        </p:nvSpPr>
        <p:spPr>
          <a:xfrm>
            <a:off x="8066623" y="6517073"/>
            <a:ext cx="2257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Full code can be accessed </a:t>
            </a:r>
            <a:r>
              <a:rPr lang="en-GB" sz="1200" dirty="0">
                <a:hlinkClick r:id="rId3"/>
              </a:rPr>
              <a:t>here</a:t>
            </a:r>
            <a:endParaRPr lang="en-ZA" sz="1200" dirty="0"/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F81EDC3F-FFD9-9170-7074-2A71E575CDA1}"/>
              </a:ext>
            </a:extLst>
          </p:cNvPr>
          <p:cNvSpPr/>
          <p:nvPr/>
        </p:nvSpPr>
        <p:spPr>
          <a:xfrm>
            <a:off x="5883471" y="1622322"/>
            <a:ext cx="5620271" cy="3824748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Exploratory data analysis revealed that all independent variables are positively correlated with medical insurance charges with smoker status showing the strongest correlation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The three ML models considered outperformed the linear and penalised linear regression models, producing the lowest RMSE values and the highest </a:t>
            </a:r>
            <a:r>
              <a:rPr lang="en-ZA" sz="1400" dirty="0">
                <a:solidFill>
                  <a:srgbClr val="404040"/>
                </a:solidFill>
              </a:rPr>
              <a:t>R² values</a:t>
            </a:r>
            <a:endParaRPr lang="en-GB" sz="1400" dirty="0">
              <a:solidFill>
                <a:srgbClr val="0033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ZA" sz="1400" dirty="0">
                <a:solidFill>
                  <a:srgbClr val="003300"/>
                </a:solidFill>
              </a:rPr>
              <a:t>Gradient Boosting performed the best on the test dataset and has the lowest drop in predictive power compared to Random Forest and XGBoost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Hyperparameter tuning only slightly improved the predictive power of the Gradient boosting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400" dirty="0">
                <a:solidFill>
                  <a:srgbClr val="003300"/>
                </a:solidFill>
              </a:rPr>
              <a:t>Smoker status, BMI, age, and number of children were the strongest descriptive features in the model while region and sex of the policyholder were the weakest descriptive features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20B7AA21-5D94-11C5-06BD-F95554166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66" y="1261028"/>
            <a:ext cx="5092224" cy="500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3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D6CE-8667-1097-6E0E-BD60CD7D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0BA35B1-AF36-EF2C-AE86-B77C1842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505899D-D513-8B68-1671-9882BB37A835}"/>
              </a:ext>
            </a:extLst>
          </p:cNvPr>
          <p:cNvSpPr txBox="1">
            <a:spLocks/>
          </p:cNvSpPr>
          <p:nvPr/>
        </p:nvSpPr>
        <p:spPr>
          <a:xfrm>
            <a:off x="482666" y="522737"/>
            <a:ext cx="11226667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3300"/>
                </a:solidFill>
              </a:rPr>
              <a:t>References</a:t>
            </a:r>
          </a:p>
        </p:txBody>
      </p:sp>
      <p:sp>
        <p:nvSpPr>
          <p:cNvPr id="59" name="Slide Number Placeholder 3">
            <a:extLst>
              <a:ext uri="{FF2B5EF4-FFF2-40B4-BE49-F238E27FC236}">
                <a16:creationId xmlns:a16="http://schemas.microsoft.com/office/drawing/2014/main" id="{CDFCD1DC-9E75-A192-645F-801B87A0AD36}"/>
              </a:ext>
            </a:extLst>
          </p:cNvPr>
          <p:cNvSpPr txBox="1">
            <a:spLocks/>
          </p:cNvSpPr>
          <p:nvPr/>
        </p:nvSpPr>
        <p:spPr>
          <a:xfrm>
            <a:off x="11677650" y="589475"/>
            <a:ext cx="41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D50806-BABF-4915-9689-3B9956D1C75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8B32E5-AD19-2C2D-5196-DA04DF5E4ADD}"/>
              </a:ext>
            </a:extLst>
          </p:cNvPr>
          <p:cNvSpPr/>
          <p:nvPr/>
        </p:nvSpPr>
        <p:spPr>
          <a:xfrm>
            <a:off x="206477" y="6507241"/>
            <a:ext cx="1327355" cy="276999"/>
          </a:xfrm>
          <a:prstGeom prst="rect">
            <a:avLst/>
          </a:prstGeom>
          <a:solidFill>
            <a:schemeClr val="accen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902F5DBA-7530-EDEB-54AA-0F675ADECEFD}"/>
              </a:ext>
            </a:extLst>
          </p:cNvPr>
          <p:cNvSpPr/>
          <p:nvPr/>
        </p:nvSpPr>
        <p:spPr>
          <a:xfrm>
            <a:off x="977174" y="1229032"/>
            <a:ext cx="10064452" cy="502428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ZA" sz="1400" dirty="0" err="1">
                <a:solidFill>
                  <a:srgbClr val="404040"/>
                </a:solidFill>
              </a:rPr>
              <a:t>Klymentiev</a:t>
            </a:r>
            <a:r>
              <a:rPr lang="en-ZA" sz="1400" dirty="0">
                <a:solidFill>
                  <a:srgbClr val="404040"/>
                </a:solidFill>
              </a:rPr>
              <a:t>, R. </a:t>
            </a:r>
            <a:r>
              <a:rPr lang="en-US" altLang="en-US" sz="1400" dirty="0">
                <a:solidFill>
                  <a:srgbClr val="404040"/>
                </a:solidFill>
              </a:rPr>
              <a:t> </a:t>
            </a:r>
            <a:r>
              <a:rPr lang="en-US" altLang="en-US" sz="1400" dirty="0">
                <a:solidFill>
                  <a:srgbClr val="003300"/>
                </a:solidFill>
              </a:rPr>
              <a:t>(2018). Health Care Cost Prediction w/ Linear Regression. [online] Kaggle.com. Available at: https://www.kaggle.com/code/ruslankl/health-care-cost-prediction-w-linear-regression/report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003300"/>
              </a:solidFill>
            </a:endParaRP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003300"/>
                </a:solidFill>
              </a:rPr>
              <a:t>scikit-learn. (n.d.). Gradient Boosting regression. [online] Available at: https://scikit-learn.org/stable/auto_examples/ensemble/plot_gradient_boosting_regression.html.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solidFill>
                <a:srgbClr val="003300"/>
              </a:solidFill>
            </a:endParaRP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 err="1">
                <a:solidFill>
                  <a:srgbClr val="003300"/>
                </a:solidFill>
              </a:rPr>
              <a:t>Thongpeth</a:t>
            </a:r>
            <a:r>
              <a:rPr lang="en-US" altLang="en-US" sz="1400" dirty="0">
                <a:solidFill>
                  <a:srgbClr val="003300"/>
                </a:solidFill>
              </a:rPr>
              <a:t>, W., Lim, A., </a:t>
            </a:r>
            <a:r>
              <a:rPr lang="en-US" altLang="en-US" sz="1400" dirty="0" err="1">
                <a:solidFill>
                  <a:srgbClr val="003300"/>
                </a:solidFill>
              </a:rPr>
              <a:t>Wongpairin</a:t>
            </a:r>
            <a:r>
              <a:rPr lang="en-US" altLang="en-US" sz="1400" dirty="0">
                <a:solidFill>
                  <a:srgbClr val="003300"/>
                </a:solidFill>
              </a:rPr>
              <a:t>, A., </a:t>
            </a:r>
            <a:r>
              <a:rPr lang="en-US" altLang="en-US" sz="1400" dirty="0" err="1">
                <a:solidFill>
                  <a:srgbClr val="003300"/>
                </a:solidFill>
              </a:rPr>
              <a:t>Thongpeth</a:t>
            </a:r>
            <a:r>
              <a:rPr lang="en-US" altLang="en-US" sz="1400" dirty="0">
                <a:solidFill>
                  <a:srgbClr val="003300"/>
                </a:solidFill>
              </a:rPr>
              <a:t>, T. and </a:t>
            </a:r>
            <a:r>
              <a:rPr lang="en-US" altLang="en-US" sz="1400" dirty="0" err="1">
                <a:solidFill>
                  <a:srgbClr val="003300"/>
                </a:solidFill>
              </a:rPr>
              <a:t>Chaimontree</a:t>
            </a:r>
            <a:r>
              <a:rPr lang="en-US" altLang="en-US" sz="1400" dirty="0">
                <a:solidFill>
                  <a:srgbClr val="003300"/>
                </a:solidFill>
              </a:rPr>
              <a:t>, S. (2021). Comparison of linear, penalized linear and machine learning models predicting hospital visit costs from chronic disease in Thailand. Informatics in Medicine Unlocked, [online] 26, p.100769. </a:t>
            </a:r>
            <a:r>
              <a:rPr lang="en-US" altLang="en-US" sz="1400" dirty="0" err="1">
                <a:solidFill>
                  <a:srgbClr val="003300"/>
                </a:solidFill>
              </a:rPr>
              <a:t>doi:https</a:t>
            </a:r>
            <a:r>
              <a:rPr lang="en-US" altLang="en-US" sz="1400" dirty="0">
                <a:solidFill>
                  <a:srgbClr val="003300"/>
                </a:solidFill>
              </a:rPr>
              <a:t>://doi.org/10.1016/j.imu.2021.100769.</a:t>
            </a: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1400" dirty="0">
              <a:solidFill>
                <a:srgbClr val="003300"/>
              </a:solidFill>
            </a:endParaRPr>
          </a:p>
          <a:p>
            <a:pPr marL="285750" lvl="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dirty="0">
                <a:solidFill>
                  <a:srgbClr val="003300"/>
                </a:solidFill>
              </a:rPr>
              <a:t>Verma, N. (2023). Gradient Boosting Regression Implementation in Python for Predictive Modeling. [online] Medium. Available at: https://medium.com/@nandiniverma78988/gradient-boosting-regression-implementation-in-python-for-predictive-modeling-437e4ece8c9e.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sz="1400" dirty="0">
              <a:solidFill>
                <a:srgbClr val="00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7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0033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0033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6C762C-2601-4280-8833-726D27D8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676778_Dashboard, from 24Slides_SL_V1.pptx" id="{295C4539-006B-481B-BB49-AA6696014542}" vid="{08D33979-AB7E-4584-851D-4053B37BB9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EC375F-F377-4CDC-ADF0-CC8811D177D6}">
  <ds:schemaRefs>
    <ds:schemaRef ds:uri="71af3243-3dd4-4a8d-8c0d-dd76da1f02a5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16c05727-aa75-4e4a-9b5f-8a80a1165891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Dashboard, from 24Slides</Template>
  <TotalTime>454</TotalTime>
  <Words>839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Segoe UI Light</vt:lpstr>
      <vt:lpstr>Wingdings</vt:lpstr>
      <vt:lpstr>Office Theme</vt:lpstr>
      <vt:lpstr>Slide 1</vt:lpstr>
      <vt:lpstr>Steps and Tools</vt:lpstr>
      <vt:lpstr>Slide 6</vt:lpstr>
      <vt:lpstr>Slide 6</vt:lpstr>
      <vt:lpstr>Slide 6</vt:lpstr>
      <vt:lpstr>Slide 6</vt:lpstr>
      <vt:lpstr>Slide 6</vt:lpstr>
      <vt:lpstr>Slide 6</vt:lpstr>
      <vt:lpstr>Slide 6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Khethiwe Dlamini</dc:creator>
  <cp:lastModifiedBy>Khethiwe Dlamini</cp:lastModifiedBy>
  <cp:revision>1</cp:revision>
  <dcterms:created xsi:type="dcterms:W3CDTF">2023-12-06T10:21:52Z</dcterms:created>
  <dcterms:modified xsi:type="dcterms:W3CDTF">2026-03-02T09:46:18Z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